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AI SKILLS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Learn Each Skill in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Definition · Books &amp; sources · Practice · Exercise ·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19 skills · banking domain · zero Python → job-ready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Companion: ai-skills-catalog.md · learning-lab/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LEARN → DO →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How to use this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73736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3727" y="1737360"/>
            <a:ext cx="534924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455" y="1783080"/>
            <a:ext cx="512978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1 ·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743" y="2176272"/>
            <a:ext cx="5093207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 the definition slide. Say it aloud in your own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73736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737360"/>
            <a:ext cx="53492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1783080"/>
            <a:ext cx="512978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2 ·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2176272"/>
            <a:ext cx="5093207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Complete ★ sources that day — book chapter or course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3727" y="3410712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3727" y="3410712"/>
            <a:ext cx="534924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455" y="3456432"/>
            <a:ext cx="512978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3 ·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743" y="3849624"/>
            <a:ext cx="5093207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code yourself. No copy-paste. Banking lens always.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3410712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3410712"/>
            <a:ext cx="534924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8455" y="3456432"/>
            <a:ext cx="512978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4 · 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3" y="3849624"/>
            <a:ext cx="5093207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Finish the lab task. Commit to GitHub with a clear message.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1413"/>
                </a:solidFill>
                <a:latin typeface="Lora"/>
              </a:defRPr>
            </a:pPr>
            <a:r>
              <a:t>Only advance when checkpoint ✓ passes — not when video is finished.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IN LEARNING ORDER · SEE LEARNING-MASTER-SLIDES.PPTX FOR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14 skills — 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9155" y="1691640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155" y="1691640"/>
            <a:ext cx="9144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035" y="17647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075" y="1746504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Python Fundamentals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691640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5627" y="1691640"/>
            <a:ext cx="9144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507" y="17647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547" y="1746504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Git Version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099" y="1691640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2099" y="1691640"/>
            <a:ext cx="9144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4979" y="17647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CD1CA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5019" y="1746504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SQL for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155" y="2478024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9155" y="2478024"/>
            <a:ext cx="91440" cy="65836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035" y="25511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88C5D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075" y="253288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pandas Data Wrangling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627" y="2478024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5627" y="2478024"/>
            <a:ext cx="9144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8507" y="25511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8547" y="253288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EDA &amp; Statistics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2099" y="2478024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2099" y="2478024"/>
            <a:ext cx="9144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4979" y="25511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5019" y="253288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9155" y="3264408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9155" y="3264408"/>
            <a:ext cx="9144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035" y="33375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2075" y="331927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Metrics &amp; SHAP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35627" y="3264408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35627" y="3264408"/>
            <a:ext cx="9144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8507" y="33375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CD1CA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8547" y="331927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Embeddings &amp; NLP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2099" y="3264408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2099" y="3264408"/>
            <a:ext cx="9144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4979" y="33375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5019" y="331927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RAG Pipeline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9155" y="4050791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9155" y="4050791"/>
            <a:ext cx="9144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035" y="412394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2075" y="4105655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LangGraph Agents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5627" y="4050791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5627" y="4050791"/>
            <a:ext cx="9144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18507" y="412394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CD1CA"/>
                </a:solidFill>
                <a:latin typeface="Lora"/>
              </a:defRPr>
            </a:pPr>
            <a: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38547" y="4105655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Production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12099" y="4050791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12099" y="4050791"/>
            <a:ext cx="9144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94979" y="412394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A9BCC"/>
                </a:solidFill>
                <a:latin typeface="Lora"/>
              </a:defRPr>
            </a:pPr>
            <a: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5019" y="4105655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Guardrails &amp; CI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9155" y="4837176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9155" y="4837176"/>
            <a:ext cx="91440" cy="65836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035" y="49103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88C5D"/>
                </a:solidFill>
                <a:latin typeface="Lora"/>
              </a:defRPr>
            </a:pPr>
            <a: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2075" y="489204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Banking Use Cases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35627" y="4837176"/>
            <a:ext cx="3520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35627" y="4837176"/>
            <a:ext cx="9144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18507" y="49103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46686"/>
                </a:solidFill>
                <a:latin typeface="Lora"/>
              </a:defRPr>
            </a:pPr>
            <a: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38547" y="489204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41413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1–4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Python Fundamentals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week01_brd_checklist.py · week02_loan_rules.py · week03 · week04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50-line script · ✓ parse CSV · ✓ GitHub 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3–4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Git Version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Track code history: clone, branch, commit, push.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GitHub Git Handbook · Pro Git Ch 1–3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Commit after every session. Conventional messages.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week04_git_log.sh · banking-ai-learning repo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public repo · ✓ 10+ commits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5–7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SQL for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sql/week05–07_queries.sql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JOIN · ✓ GROUP BY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8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pandas 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Load, clean, merge, group credit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Pandas · 10 minutes to 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Same KPI in SQL then pandas — must 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notebooks/01_lending_kpis.ipynb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read_csv · groupby · chart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9–12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EDA &amp; Statistics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notebooks/02_eda_credit.ipynb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3 insights · ✓ no leakage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13–16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Classical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projects/credit-pd-model/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AUC · beat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17–20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Metrics &amp; SHAP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week17_metrics.py · week20_shap.py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ROC plot · decline 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21–24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Embeddings &amp; 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week21_embed.py · week24_doc_classifier.py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chunk pipeline · classifier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25–28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RAG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week25_rag_cli.py · projects/policy-rag/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grounded answer · refusal if no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29–32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LangGraph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week29_agent.py · projects/policy-copilot-agent/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eval ≥85% grounded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33–36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Production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week33_fastapi/ · week35_docker/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curl works · another machine runs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37–40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Guardrails &amp;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week37_guardrails.py · week39_ci/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PII blocked · green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41–44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Banking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week41_value_case.md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BRD problem · quantified 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45–52 · AI SKILLS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Portfolio &amp; Interview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64911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45920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1645920"/>
            <a:ext cx="5464911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91640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READ (books &amp; sources)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84832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5464911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863" y="3776472"/>
            <a:ext cx="5464911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776472"/>
            <a:ext cx="5464911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3822191"/>
            <a:ext cx="5245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AF9F5"/>
                </a:solidFill>
                <a:latin typeface="Lora"/>
              </a:defRPr>
            </a:pPr>
            <a: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215383"/>
            <a:ext cx="520887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week45_portfolio_checklist.md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33872"/>
            <a:ext cx="11185855" cy="658368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33872"/>
            <a:ext cx="123444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99846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43600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✓ 2 repos · mock interview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AI Skills Lab  ·  learning_data.py  ·  See Learning-Master-Slides.pptx for weekly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The 4-step loop for every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0987" y="246888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Understand before coding — say it in plain 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64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1347" y="2468880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81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One ★ source per session — book or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1707" y="2468880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Type code · banking exercise · git 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336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2067" y="2468880"/>
            <a:ext cx="548640" cy="548640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24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453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Pass checkpoint before next skill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74920"/>
            <a:ext cx="10515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AF9F5"/>
                </a:solidFill>
                <a:latin typeface="Poppins"/>
              </a:defRPr>
            </a:pPr>
            <a:r>
              <a:t>Start today: Skill 1 → week01_brd_checklist.py · reading-path.md Step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