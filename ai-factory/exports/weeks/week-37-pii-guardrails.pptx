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37 · MONTH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PII guardrails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Guardrails &amp;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Redacted audit.log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learning-lab/exercises/week37_guardrails.py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PII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Redacted audit.log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governance-mlops.md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governance-mlops.md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37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learning-lab/exercises/week37_guardrails.py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python3 week37_guardrails.py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`learning-lab/exercises/week37_guardrails.py` in Cursor</a:t>
            </a:r>
            <a:br/>
            <a:r>
              <a:t>2. Run: `python3 week37_guardrails.py`</a:t>
            </a:r>
            <a:br/>
            <a:r>
              <a:t>3. Output matches: Redacted audit.log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37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