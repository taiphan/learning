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38 · MONTH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Model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Guardrails &amp;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3 governance gates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learning-lab/projects/model_card.md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Model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3 governance gates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Responsible AI 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Responsible AI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learning-lab/projects/model_card.md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purpose, limits,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`learning-lab/projects/model_card.md` in Cursor</a:t>
            </a:r>
            <a:br/>
            <a:r>
              <a:t>2. Run: `Fill purpose, limits, risks`</a:t>
            </a:r>
            <a:br/>
            <a:r>
              <a:t>3. Output matches: 3 governance gates documented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