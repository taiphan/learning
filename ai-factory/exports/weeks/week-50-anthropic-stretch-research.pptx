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50 · MONTH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Anthropic stretch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Portfolio &amp;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Gap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ai-factory/anthropic-career-adaptation.md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13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50 — Anthropic stretch 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Gap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anthropic-career-adaptation.md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50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anthropic-career-adaptation.md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50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ai-factory/anthropic-career-adaptation.md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Map skills to Claude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`ai-factory/anthropic-career-adaptation.md` in Cursor</a:t>
            </a:r>
            <a:br/>
            <a:r>
              <a:t>2. Run: `Map skills to Claude roles`</a:t>
            </a:r>
            <a:br/>
            <a:r>
              <a:t>3. Output matches: Gap list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