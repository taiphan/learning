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35 · MONTH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Dockerfile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Production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Image builds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learning-lab/projects/week35_docker/Dockerfile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35 — Dockerfile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Image builds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Docker get-started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Docker get-started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35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learning-lab/projects/week35_docker/Dockerfile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docker build -t copilot 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`learning-lab/projects/week35_docker/Dockerfile` in Cursor</a:t>
            </a:r>
            <a:br/>
            <a:r>
              <a:t>2. Run: `docker build -t copilot .`</a:t>
            </a:r>
            <a:br/>
            <a:r>
              <a:t>3. Output matches: Image builds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