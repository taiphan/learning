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27 · MONTH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PDF / markdown 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RAG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CLI over repo BRD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learning-lab/projects/policy-rag/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PDF / markdown loader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CLI over repo BRD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LangChain document loaders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LangChain document loaders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learning-lab/projects/policy-rag/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Index examples/04a-brd-pos-lending.md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`learning-lab/projects/policy-rag/` in Cursor</a:t>
            </a:r>
            <a:br/>
            <a:r>
              <a:t>2. Run: `Index examples/04a-brd-pos-lending.md`</a:t>
            </a:r>
            <a:br/>
            <a:r>
              <a:t>3. Output matches: CLI over repo BRD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