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hyperlink" Target="https://www.kaggle.com/learn/python" TargetMode="Externa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 · 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Functions &amp; CSV loan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Python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10 loans pass/fail correctly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learning-lab/exercises/week02_loan_rules.py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 — Functions &amp; CSV loan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10 loans pass/fail correctly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§5–6</a:t>
            </a:r>
            <a:br/>
            <a:r>
              <a:t>• read docs/01-brd-template-en.md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1: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§5–6; read docs/01-brd-template-en.md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Python tutorial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learning-lab/exercises/week02_loan_rules.py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week02_loan_rules.py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`learning-lab/exercises/week02_loan_rules.py` in Cursor</a:t>
            </a:r>
            <a:br/>
            <a:r>
              <a:t>2. Run: `python3 week02_loan_rules.py`</a:t>
            </a:r>
            <a:br/>
            <a:r>
              <a:t>3. Output matches: 10 loans pass/fail correctly</a:t>
            </a:r>
            <a:br/>
            <a:r>
              <a:t>4. Skill checkpoint: ✓ 50-line script · ✓ parse CSV · ✓ GitHub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