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12 · MONTH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Train/test split — no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Classical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Time-based split documented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learning-lab/exercises/week12_train_test.py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12 — Train/test split — no leakage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Time-based split documented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Intro ML L1–3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Intro ML L1–3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12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learning-lab/exercises/week12_train_test.py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week12_train_test.py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`learning-lab/exercises/week12_train_test.py` in Cursor</a:t>
            </a:r>
            <a:br/>
            <a:r>
              <a:t>2. Run: `python3 week12_train_test.py`</a:t>
            </a:r>
            <a:br/>
            <a:r>
              <a:t>3. Output matches: Time-based split documented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