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28 · MONTH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Refusal without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10-question golden set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learning-lab/projects/policy-rag/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Refusal without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10-question golden set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RAG eval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RAG eval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learning-lab/projects/policy-rag/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Return escalate if no chunk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`learning-lab/projects/policy-rag/` in Cursor</a:t>
            </a:r>
            <a:br/>
            <a:r>
              <a:t>2. Run: `Return escalate if no chunk`</a:t>
            </a:r>
            <a:br/>
            <a:r>
              <a:t>3. Output matches: 10-question golden set started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