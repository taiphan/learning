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23 · MONTH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Cosine similarity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Sub-200ms local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learning-lab/exercises/week21_embed.py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Cosine similarity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Sub-200ms local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LangChain embedding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LangChain embedding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23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Query latency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`learning-lab/exercises/week21_embed.py` in Cursor</a:t>
            </a:r>
            <a:br/>
            <a:r>
              <a:t>2. Run: `Query latency measured`</a:t>
            </a:r>
            <a:br/>
            <a:r>
              <a:t>3. Output matches: Sub-200ms local benchmark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23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