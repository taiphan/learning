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@statquest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10 · MONTH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EDA histograms &amp; missing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EDA &amp; Statistics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2 charts with captions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learning-lab/notebooks/02_eda_credit.ipynb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3 ·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10 — EDA histograms &amp; missing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2 charts with captions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StatQuest stats fundamentals (3 videos)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Explore data; business insights in BRD language.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10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5: EDA &amp;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10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StatQuest stats fundamentals (3 videos)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StatQuest · Give Me Some Credit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Every chart answers one business question.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StatQuest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10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10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learning-lab/notebooks/02_eda_credit.ipynb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Complete missing-value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`learning-lab/notebooks/02_eda_credit.ipynb` in Cursor</a:t>
            </a:r>
            <a:br/>
            <a:r>
              <a:t>2. Run: `Complete missing-value analysis`</a:t>
            </a:r>
            <a:br/>
            <a:r>
              <a:t>3. Output matches: 2 charts with captions</a:t>
            </a:r>
            <a:br/>
            <a:r>
              <a:t>4. Skill checkpoint: ✓ 3 insights · ✓ no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10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