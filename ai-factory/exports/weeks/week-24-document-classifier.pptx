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uggingface.co/learn/nlp-course/chapter1/1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24 · MONTH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Document 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Embeddings &amp; NLP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80%+ on tiny test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learning-lab/exercises/week24_doc_classifier.py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6 ·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24 — Document classifier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80%+ on tiny test 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Text classification sklearn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Text vectors, similarity, doc classification.</a:t>
            </a:r>
            <a:br/>
            <a:br/>
            <a:r>
              <a:t>Phase tip: Always log which source chunk grounded your answer.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502920"/>
          </a:xfrm>
          <a:prstGeom prst="roundRect">
            <a:avLst/>
          </a:prstGeom>
          <a:solidFill>
            <a:srgbClr val="E8E6DC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94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Checkpoint CP3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24 · 1/3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8: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24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Text classification sklearn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HF NLP Ch 1–3 · LangChain embeddings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Embed policy sentences; top-3 similar.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HF 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24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24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learning-lab/exercises/week24_doc_classifier.py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week24_doc_classifier.py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`learning-lab/exercises/week24_doc_classifier.py` in Cursor</a:t>
            </a:r>
            <a:br/>
            <a:r>
              <a:t>2. Run: `python3 week24_doc_classifier.py`</a:t>
            </a:r>
            <a:br/>
            <a:r>
              <a:t>3. Output matches: 80%+ on tiny test set</a:t>
            </a:r>
            <a:br/>
            <a:r>
              <a:t>4. Skill checkpoint: ✓ chunk pipeline · classifier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24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