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52 · MONTH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Graduation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Hire-ready checklist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learning-lab/WEEKS.md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Graduation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Hire-ready checklist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ai-skills-workbook.md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ai-skills-workbook.md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learning-lab/WEEKS.md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Verify 2 repos + CV + apply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`learning-lab/WEEKS.md` in Cursor</a:t>
            </a:r>
            <a:br/>
            <a:r>
              <a:t>2. Run: `Verify 2 repos + CV + apply`</a:t>
            </a:r>
            <a:br/>
            <a:r>
              <a:t>3. Output matches: Hire-ready checklist ✓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