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kaggle.com/learn/intro-to-machine-learning" TargetMode="External"/><Relationship Id="rId3" Type="http://schemas.openxmlformats.org/officeDocument/2006/relationships/slide" Target="slide1.xml"/><Relationship Id="rId4" Type="http://schemas.openxmlformats.org/officeDocument/2006/relationships/slide" Target="slide2.xml"/><Relationship Id="rId5" Type="http://schemas.openxmlformats.org/officeDocument/2006/relationships/slide" Target="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51960"/>
            <a:ext cx="12191695" cy="731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78440" y="685800"/>
            <a:ext cx="320040" cy="3200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0" y="685800"/>
            <a:ext cx="320040" cy="320040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78440" y="1280160"/>
            <a:ext cx="320040" cy="320040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D97757"/>
                </a:solidFill>
                <a:latin typeface="Lora"/>
              </a:defRPr>
            </a:pPr>
            <a:r>
              <a:t>WEEK 14 · MONTH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FAF9F5"/>
                </a:solidFill>
                <a:latin typeface="Poppins"/>
              </a:defRPr>
            </a:pPr>
            <a:r>
              <a:t>Random Forest tune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0332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Classical 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7880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Comparison table in README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654296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Exercise: learning-lab/projects/credit-pd-model/train.py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4 · CLASSICAL 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14 — Random Forest tune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Comparison table in README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Kaggle Intermediate ML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Train classifiers for credit default / PD proxy.</a:t>
            </a:r>
            <a:br/>
            <a:br/>
            <a:r>
              <a:t>Phase tip: Connect every metric to business language: NPL, false decline, approval rate.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14 · 1/3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6: CLASSICAL 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14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Kaggle Intermediate ML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Kaggle ML · sklearn · Géron Ch 1–9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Baseline first; time-based split.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56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AEA5"/>
                </a:solidFill>
                <a:hlinkClick r:id="rId2"/>
              </a:rPr>
              <a:t>Kaggle Intro ML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14 · 2/3</a:t>
            </a:r>
          </a:p>
        </p:txBody>
      </p:sp>
      <p:sp>
        <p:nvSpPr>
          <p:cNvPr id="22" name="Rounded Rectangle 21">
            <a:hlinkClick action="ppaction://hlinksldjump" r:id="rId4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4" name="Rounded Rectangle 23">
            <a:hlinkClick action="ppaction://hlinksldjump" r:id="rId5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14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learning-lab/projects/credit-pd-model/train.py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Beat baseline AUC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A9B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A9BCC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`learning-lab/projects/credit-pd-model/train.py` in Cursor</a:t>
            </a:r>
            <a:br/>
            <a:r>
              <a:t>2. Run: `Beat baseline AUC`</a:t>
            </a:r>
            <a:br/>
            <a:r>
              <a:t>3. Output matches: Comparison table in README</a:t>
            </a:r>
            <a:br/>
            <a:r>
              <a:t>4. Skill checkpoint: ✓ AUC · beat baseline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14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