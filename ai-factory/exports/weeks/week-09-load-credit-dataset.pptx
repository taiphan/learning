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9 · MONTH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Load credit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EDA &amp;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Dataset loaded; shape printed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learning-lab/notebooks/02_eda_credit.ipynb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Load credit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Dataset loaded; shape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Give Me Some Credit 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Give Me Some Credit 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Start EDA notebook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`learning-lab/notebooks/02_eda_credit.ipynb` in Cursor</a:t>
            </a:r>
            <a:br/>
            <a:r>
              <a:t>2. Run: `Start EDA notebook`</a:t>
            </a:r>
            <a:br/>
            <a:r>
              <a:t>3. Output matches: Dataset loaded; shape printed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