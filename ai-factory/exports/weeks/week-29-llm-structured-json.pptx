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eeplearning.ai/short-courses/ai-agents-in-langgraph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29 · MONTH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LLM structured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LangGraph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Valid schema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learning-lab/exercises/week29_structured_llm.py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8 ·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29 — LLM structured 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Valid schema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Anthropic API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Stateful agent, tools, escalation.</a:t>
            </a:r>
            <a:br/>
            <a:br/>
            <a:r>
              <a:t>Phase tip: Refuse when context is missing — escalation is a feature, not failure.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29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10: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29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Anthropic API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LangGraph · LangGraph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policy_lookup · escalate_human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DL.AI LangGraph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29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29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learning-lab/exercises/week29_structured_llm.py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Extract policy fields to 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`learning-lab/exercises/week29_structured_llm.py` in Cursor</a:t>
            </a:r>
            <a:br/>
            <a:r>
              <a:t>2. Run: `Extract policy fields to JSON`</a:t>
            </a:r>
            <a:br/>
            <a:r>
              <a:t>3. Output matches: Valid schema output</a:t>
            </a:r>
            <a:br/>
            <a:r>
              <a:t>4. Skill checkpoint: ✓ eval ≥85% grounded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29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