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30 · MONTH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LangGraph intro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LangGraph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State diagram in README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learning-lab/exercises/week30_langgraph.py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30 — LangGraph intro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State diagram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DL.AI LangGraph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DL.AI LangGraph course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learning-lab/exercises/week30_langgraph.py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week30_langgraph.py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`learning-lab/exercises/week30_langgraph.py` in Cursor</a:t>
            </a:r>
            <a:br/>
            <a:r>
              <a:t>2. Run: `python3 week30_langgraph.py`</a:t>
            </a:r>
            <a:br/>
            <a:r>
              <a:t>3. Output matches: State diagram in README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