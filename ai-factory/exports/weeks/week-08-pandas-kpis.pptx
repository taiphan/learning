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pandas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8 · 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pandas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pandas Data Wrangling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3 KPIs + 1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learning-lab/notebooks/01_lending_kpis.ipynb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pandas KPIs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3 KPIs + 1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Kaggle Pandas L1–4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Load, clean, merge, group credit data.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4: PANDAS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Kaggle Pandas L1–4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Pandas · 10 minutes to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Same KPI in SQL then pandas — must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learning-lab/notebooks/01_lending_kpis.ipynb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jupyter notebook 01_lending_kpis.ipynb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`learning-lab/notebooks/01_lending_kpis.ipynb` in Cursor</a:t>
            </a:r>
            <a:br/>
            <a:r>
              <a:t>2. Run: `jupyter notebook 01_lending_kpis.ipynb`</a:t>
            </a:r>
            <a:br/>
            <a:r>
              <a:t>3. Output matches: 3 KPIs + 1 chart</a:t>
            </a:r>
            <a:br/>
            <a:r>
              <a:t>4. Skill checkpoint: ✓ read_csv · groupby ·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