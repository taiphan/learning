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qlbolt.com/" TargetMode="External"/><Relationship Id="rId3" Type="http://schemas.openxmlformats.org/officeDocument/2006/relationships/hyperlink" Target="https://www.kaggle.com/learn/intro-to-sql" TargetMode="Externa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7 · MONTH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SQL windows &amp;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SQL for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Window function KPI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learning-lab/sql/week07_window.sql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2 ·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7 — SQL windows &amp;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Window function KPI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SQLBolt 13–18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SELECT, JOIN, GROUP BY, window functions.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3: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SQLBolt 13–18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SQLBolt 1–18 · Kaggle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Rewrite each lesson from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SQLBolt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7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learning-lab/sql/week07_window.sql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Monthly disbursement trend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`learning-lab/sql/week07_window.sql` in Cursor</a:t>
            </a:r>
            <a:br/>
            <a:r>
              <a:t>2. Run: `Monthly disbursement trend query`</a:t>
            </a:r>
            <a:br/>
            <a:r>
              <a:t>3. Output matches: Window function KPI</a:t>
            </a:r>
            <a:br/>
            <a:r>
              <a:t>4. Skill checkpoint: ✓ JOIN · ✓ GROUP BY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