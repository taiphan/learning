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uggingface.co/learn/nlp-course/chapter1/1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22 · MONTH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Chunk policy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Embeddings &amp; NLP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chunk manifest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learning-lab/data/sample_policy.txt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6 ·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22 — Chunk policy 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chunk manifest 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HF NLP Ch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Text vectors, similarity, doc classification.</a:t>
            </a:r>
            <a:br/>
            <a:br/>
            <a:r>
              <a:t>Phase tip: Always log which source chunk grounded your answer.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22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8: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22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HF NLP Ch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HF NLP Ch 1–3 · LangChain embeddings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Embed policy sentences; top-3 similar.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HF 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22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22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learning-lab/data/sample_policy.txt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Chunk into 500-token pieces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`learning-lab/data/sample_policy.txt` in Cursor</a:t>
            </a:r>
            <a:br/>
            <a:r>
              <a:t>2. Run: `Chunk into 500-token pieces`</a:t>
            </a:r>
            <a:br/>
            <a:r>
              <a:t>3. Output matches: chunk manifest JSON</a:t>
            </a:r>
            <a:br/>
            <a:r>
              <a:t>4. Skill checkpoint: ✓ chunk pipeline · classifier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22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