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13 · MONTH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Logistic regression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Classical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Baseline AUC printed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learning-lab/projects/credit-pd-model/train.py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4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13 — Logistic regression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Baseline AUC printed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Intro ML L4–7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Intro ML L4–7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13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learning-lab/projects/credit-pd-model/train.py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projects/credit-pd-model/train.py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`learning-lab/projects/credit-pd-model/train.py` in Cursor</a:t>
            </a:r>
            <a:br/>
            <a:r>
              <a:t>2. Run: `python3 projects/credit-pd-model/train.py`</a:t>
            </a:r>
            <a:br/>
            <a:r>
              <a:t>3. Output matches: Baseline AUC printed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