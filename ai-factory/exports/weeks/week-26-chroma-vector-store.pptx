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ython.langchain.com/docs/tutorials/rag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26 · MONTH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Chroma vector 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RAG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Reload index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learning-lab/exercises/week25_rag_cli.py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7 ·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Chroma vector store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Reload index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ChromaDB docs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Retrieve → augment → generate with citation.</a:t>
            </a:r>
            <a:br/>
            <a:br/>
            <a:r>
              <a:t>Phase tip: Refuse when context is missing — escalation is a feature, not failure.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9: RAG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ChromaDB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DL.AI LangChain · LangChain RAG tutorial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Log sources every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LangChain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26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learning-lab/exercises/week25_rag_cli.py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Persist index to ./chroma_db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46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46686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`learning-lab/exercises/week25_rag_cli.py` in Cursor</a:t>
            </a:r>
            <a:br/>
            <a:r>
              <a:t>2. Run: `Persist index to ./chroma_db`</a:t>
            </a:r>
            <a:br/>
            <a:r>
              <a:t>3. Output matches: Reload index works</a:t>
            </a:r>
            <a:br/>
            <a:r>
              <a:t>4. Skill checkpoint: ✓ grounded answer · refusal if no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26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