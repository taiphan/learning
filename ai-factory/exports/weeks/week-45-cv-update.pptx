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45 · MONTH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CV update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Portfolio &amp; Interview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CV draft 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ai-factory/cv-cover-letter.md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12 ·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45 — CV update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CV draft v1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cv-cover-letter.md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CV, demo video, STAR stories, apply.</a:t>
            </a:r>
            <a:br/>
            <a:br/>
            <a:r>
              <a:t>Phase tip: Quantify impact in VND or bps — hiring managers need numbers.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45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14: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45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cv-cover-letter.md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cv-cover-letter.md · interview-kit.md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5-min demo · 5 STAR stories.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45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45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ai-factory/cv-cover-letter.md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Fill real project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`ai-factory/cv-cover-letter.md` in Cursor</a:t>
            </a:r>
            <a:br/>
            <a:r>
              <a:t>2. Run: `Fill real project metrics`</a:t>
            </a:r>
            <a:br/>
            <a:r>
              <a:t>3. Output matches: CV draft v1</a:t>
            </a:r>
            <a:br/>
            <a:r>
              <a:t>4. Skill checkpoint: ✓ 2 repos · mock interview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45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