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hap.readthedocs.io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17 · MONTH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ROC &amp;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Metrics &amp; SHAP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ROC plot saved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learning-lab/exercises/week17_metrics.py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5 ·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17 — ROC &amp; threshold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ROC plot saved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sklearn metrics</a:t>
            </a:r>
            <a:br/>
            <a:r>
              <a:t>• StatQuest ROC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AUC, thresholds, SHAP explainability.</a:t>
            </a:r>
            <a:br/>
            <a:br/>
            <a:r>
              <a:t>Phase tip: Connect every metric to business language: NPL, false decline, approval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17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7: METRICS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17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sklearn metrics; StatQuest ROC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sklearn metrics · SHAP docs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Link metrics to false decline vs false approve.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SHAP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17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17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learning-lab/exercises/week17_metrics.py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week17_metrics.py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9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A9BCC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`learning-lab/exercises/week17_metrics.py` in Cursor</a:t>
            </a:r>
            <a:br/>
            <a:r>
              <a:t>2. Run: `python3 week17_metrics.py`</a:t>
            </a:r>
            <a:br/>
            <a:r>
              <a:t>3. Output matches: ROC plot saved</a:t>
            </a:r>
            <a:br/>
            <a:r>
              <a:t>4. Skill checkpoint: ✓ ROC plot · decline 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17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