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18 · MONTH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Precision/recall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Table in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learning-lab/exercises/week17_metrics.py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Precision/recall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Table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StatQuest precision-recall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StatQuest precision-recall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18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Threshold for 90% approval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`Threshold for 90% approval rate`</a:t>
            </a:r>
            <a:br/>
            <a:r>
              <a:t>3. Output matches: Table in README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18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