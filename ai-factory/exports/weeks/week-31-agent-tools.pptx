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31 · MONTH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Agent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LangGraph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Multi-step trace logged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learning-lab/projects/policy-copilot-agent/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31 — Agent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Multi-step trace logged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LangGraph tool calling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LangGraph tool calling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learning-lab/projects/policy-copilot-agent/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3 tools: lookup, calc, escalate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`learning-lab/projects/policy-copilot-agent/` in Cursor</a:t>
            </a:r>
            <a:br/>
            <a:r>
              <a:t>2. Run: `3 tools: lookup, calc, escalate`</a:t>
            </a:r>
            <a:br/>
            <a:r>
              <a:t>3. Output matches: Multi-step trace logged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