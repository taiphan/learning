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uides.github.com/introduction/git-handbook/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4 · MONTH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OOP scorecard + Git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Git Version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BRDScorecard class + GitHub repo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learning-lab/exercises/week04_brd_scorecard.py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 · GIT VERSION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 — OOP scorecard + Git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BRDScorecard class + GitHub repo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Classes basics</a:t>
            </a:r>
            <a:br/>
            <a:r>
              <a:t>• Git commit/push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Track code history: clone, branch, commit, push.</a:t>
            </a:r>
            <a:br/>
            <a:br/>
            <a:r>
              <a:t>Phase tip: Type every example yourself — no copy-paste. Commit when the script runs clean.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80560"/>
            <a:ext cx="11155680" cy="502920"/>
          </a:xfrm>
          <a:prstGeom prst="roundRect">
            <a:avLst/>
          </a:prstGeom>
          <a:solidFill>
            <a:srgbClr val="E8E6DC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994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Checkpoint CP0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 · 1/3</a:t>
            </a:r>
          </a:p>
        </p:txBody>
      </p:sp>
      <p:sp>
        <p:nvSpPr>
          <p:cNvPr id="20" name="Rounded Rectangle 19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2: GIT VERSION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Classes basics; Git commit/push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GitHub Git Handbook · Pro Git Ch 1–3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Commit after every session. Conventional messages.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Git Handbook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learning-lab/exercises/week04_brd_scorecard.py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week04_brd_scorecard.py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97757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`learning-lab/exercises/week04_brd_scorecard.py` in Cursor</a:t>
            </a:r>
            <a:br/>
            <a:r>
              <a:t>2. Run: `python3 week04_brd_scorecard.py`</a:t>
            </a:r>
            <a:br/>
            <a:r>
              <a:t>3. Output matches: BRDScorecard class + GitHub repo</a:t>
            </a:r>
            <a:br/>
            <a:r>
              <a:t>4. Skill checkpoint: ✓ public repo · ✓ 10+ commits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