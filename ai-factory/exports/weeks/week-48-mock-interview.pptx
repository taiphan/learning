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48 · MONTH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Mock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Feedback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learning-lab/exercises/week47_star_stories.md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12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Mock interview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Feedback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interview-kit.md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interview-kit.md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learning-lab/exercises/week47_star_stories.md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45-min mock with peer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`learning-lab/exercises/week47_star_stories.md` in Cursor</a:t>
            </a:r>
            <a:br/>
            <a:r>
              <a:t>2. Run: `45-min mock with peer`</a:t>
            </a:r>
            <a:br/>
            <a:r>
              <a:t>3. Output matches: Feedback notes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