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 Credit BRD Training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Write requirements IT can deliver — without rework</a:t>
            </a:r>
          </a:p>
          <a:p>
            <a:r>
              <a:t>Session 1 of 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Learning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Write a complete BRD using FE Credit template</a:t>
            </a:r>
          </a:p>
          <a:p>
            <a:r>
              <a:t>• Separate business need from technical solution</a:t>
            </a:r>
          </a:p>
          <a:p>
            <a:r>
              <a:t>• Define testable acceptance criteria</a:t>
            </a:r>
          </a:p>
          <a:p>
            <a:r>
              <a:t>• Pass BRD quality gate (≥ 80%)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We Are Here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High volume of IT requests from business</a:t>
            </a:r>
          </a:p>
          <a:p>
            <a:r>
              <a:t>• Rework costs: delay, UAT defects, compliance risk</a:t>
            </a:r>
          </a:p>
          <a:p>
            <a:r>
              <a:t>• Goal: faster triage, predictable delivery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a BRD?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Document describing:</a:t>
            </a:r>
          </a:p>
          <a:p>
            <a:r>
              <a:t>• Business problem</a:t>
            </a:r>
          </a:p>
          <a:p>
            <a:r>
              <a:t>• Outcomes and KPIs</a:t>
            </a:r>
          </a:p>
          <a:p>
            <a:r>
              <a:t>• Business rules and scope</a:t>
            </a:r>
          </a:p>
          <a:p/>
          <a:p>
            <a:r>
              <a:t>NOT: technical design, vendor selection, project plan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BRD vs Other Documents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BRD → Business owns</a:t>
            </a:r>
          </a:p>
          <a:p>
            <a:r>
              <a:t>FRD → BA + IT</a:t>
            </a:r>
          </a:p>
          <a:p>
            <a:r>
              <a:t>Technical Design → IT</a:t>
            </a:r>
          </a:p>
          <a:p>
            <a:r>
              <a:t>UAT → Business + QA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 Credit Context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FE ONLINE 2.0, $NAP, SHIELD (customer apps)</a:t>
            </a:r>
          </a:p>
          <a:p>
            <a:r>
              <a:t>• Finacle LMS, CIF, Assure on AWS</a:t>
            </a:r>
          </a:p>
          <a:p>
            <a:r>
              <a:t>• POS/LOS, FirstVision cards, Collections</a:t>
            </a:r>
          </a:p>
          <a:p>
            <a:r>
              <a:t>• ~13k POS, SBV compliance expectations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Request Journey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Business BRD → BA review → IT triage → Risk (if needed)</a:t>
            </a:r>
          </a:p>
          <a:p>
            <a:r>
              <a:t>→ FRD → Build → UAT → Go-live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Good vs Bad Request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BAD: 'Build Kafka API to Finacle'</a:t>
            </a:r>
          </a:p>
          <a:p>
            <a:r>
              <a:t>GOOD: 'POS needs same-day approval visibility during customer visit'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Golden Rule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Write the PROBLEM and RULES,</a:t>
            </a:r>
          </a:p>
          <a:p>
            <a:r>
              <a:t>not the SYSTEM DESIGN.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 Formula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[Role] cannot [task] because [constraint],</a:t>
            </a:r>
          </a:p>
          <a:p>
            <a:r>
              <a:t>causing [impact].</a:t>
            </a:r>
          </a:p>
          <a:p/>
          <a:p>
            <a:r>
              <a:t>Example: POS staff cannot confirm approved installment plan during customer visit, causing 18% drop-off.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 Must Be Measurable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WEAK: Improve customer experience</a:t>
            </a:r>
          </a:p>
          <a:p>
            <a:r>
              <a:t>STRONG: Reduce disbursement TAT from 24h to 4h for POS motorbike loans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Scope: In AND Out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 scope: what this project delivers</a:t>
            </a:r>
          </a:p>
          <a:p>
            <a:r>
              <a:t>Out of scope: prevents scope creep</a:t>
            </a:r>
          </a:p>
          <a:p/>
          <a:p>
            <a:r>
              <a:t>Always write both.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Rules — IT Must Not Guess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Eligibility</a:t>
            </a:r>
          </a:p>
          <a:p>
            <a:r>
              <a:t>• Approval authority</a:t>
            </a:r>
          </a:p>
          <a:p>
            <a:r>
              <a:t>• Cut-off times</a:t>
            </a:r>
          </a:p>
          <a:p>
            <a:r>
              <a:t>• Exceptions</a:t>
            </a:r>
          </a:p>
          <a:p>
            <a:r>
              <a:t>• Customer communication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Acceptance Criteria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Given [context]</a:t>
            </a:r>
          </a:p>
          <a:p>
            <a:r>
              <a:t>When [action]</a:t>
            </a:r>
          </a:p>
          <a:p>
            <a:r>
              <a:t>Then [expected result]</a:t>
            </a:r>
          </a:p>
          <a:p/>
          <a:p>
            <a:r>
              <a:t>Minimum 5 per BRD → becomes UAT tests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&amp; Compliance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Classify data: Public / Internal / Confidential / Restricted</a:t>
            </a:r>
          </a:p>
          <a:p>
            <a:r>
              <a:t>• Complete Section N screening</a:t>
            </a:r>
          </a:p>
          <a:p>
            <a:r>
              <a:t>• Route to Risk if customer data on POS or notifications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 10 BRD Mistakes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Solution not need</a:t>
            </a:r>
          </a:p>
          <a:p>
            <a:r>
              <a:t>2. No KPI baseline</a:t>
            </a:r>
          </a:p>
          <a:p>
            <a:r>
              <a:t>3. Missing business rules</a:t>
            </a:r>
          </a:p>
          <a:p>
            <a:r>
              <a:t>4. No out-of-scope</a:t>
            </a:r>
          </a:p>
          <a:p>
            <a:r>
              <a:t>5. Multiple projects in one BRD</a:t>
            </a:r>
          </a:p>
          <a:p>
            <a:r>
              <a:t>6. No acceptance criteria</a:t>
            </a:r>
          </a:p>
          <a:p>
            <a:r>
              <a:t>7. No sponsor</a:t>
            </a:r>
          </a:p>
          <a:p>
            <a:r>
              <a:t>8. Ignoring POS training</a:t>
            </a:r>
          </a:p>
          <a:p>
            <a:r>
              <a:t>9. No data classification</a:t>
            </a:r>
          </a:p>
          <a:p>
            <a:r>
              <a:t>10. Vendor brochure copy-paste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BRD Quality Gate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Score ≥ 80% on quality rubric</a:t>
            </a:r>
          </a:p>
          <a:p>
            <a:r>
              <a:t>• Sponsor sign-off</a:t>
            </a:r>
          </a:p>
          <a:p>
            <a:r>
              <a:t>• All mandatory sections complete</a:t>
            </a:r>
          </a:p>
          <a:p>
            <a:r>
              <a:t>• Then → IT triage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Certification: BRD Ready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Attend all 4 sessions</a:t>
            </a:r>
          </a:p>
          <a:p>
            <a:r>
              <a:t>• Submit 1 BRD scoring ≥ 80%</a:t>
            </a:r>
          </a:p>
          <a:p>
            <a:r>
              <a:t>• Sponsor sign-off</a:t>
            </a:r>
          </a:p>
          <a:p>
            <a:r>
              <a:t>• BA coach confirms readiness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Use template on Confluence</a:t>
            </a:r>
          </a:p>
          <a:p>
            <a:r>
              <a:t>• Office hours: weekly BA support</a:t>
            </a:r>
          </a:p>
          <a:p>
            <a:r>
              <a:t>• Submit via ServiceNow/Jira BRD form</a:t>
            </a:r>
          </a:p>
          <a:p>
            <a:r>
              <a:t>• Questions: BA team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