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25 · MONTH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LangChain RAG quickstart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One Q&amp;A with source cite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learning-lab/exercises/week25_rag_cli.py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LangChain RAG quickstart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One Q&amp;A with source cite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DL.AI LangChain short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DL.AI LangChain short 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learning-lab/exercises/week25_rag_cli.py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week25_rag_cli.py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`learning-lab/exercises/week25_rag_cli.py` in Cursor</a:t>
            </a:r>
            <a:br/>
            <a:r>
              <a:t>2. Run: `python3 week25_rag_cli.py`</a:t>
            </a:r>
            <a:br/>
            <a:r>
              <a:t>3. Output matches: One Q&amp;A with source cite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