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2.xml"/><Relationship Id="rId4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44 · MONTH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Architecture diagram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Banking Use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Diagram in README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learning-lab/projects/PORTFOLIO.md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11 · BANKING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44 — Architecture diagram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Diagram in README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Mermaid / draw.io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Map AI to CIR, TAT, NPL; second use case.</a:t>
            </a:r>
            <a:br/>
            <a:br/>
            <a:r>
              <a:t>Phase tip: Quantify impact in VND or bps — hiring managers need numbers.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44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13: BANKING USE CASES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44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Mermaid / draw.io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examples/04a-brd · job-skills-adaptation.md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One-page value case with VND metric.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44 · 2/3</a:t>
            </a:r>
          </a:p>
        </p:txBody>
      </p:sp>
      <p:sp>
        <p:nvSpPr>
          <p:cNvPr id="21" name="Rounded Rectangle 20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3" name="Rounded Rectangle 22">
            <a:hlinkClick action="ppaction://hlinksldjump" r:id="rId4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5" name="Rounded Rectangle 24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44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learning-lab/projects/PORTFOLIO.md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Copilot architecture diagram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88C5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788C5D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`learning-lab/projects/PORTFOLIO.md` in Cursor</a:t>
            </a:r>
            <a:br/>
            <a:r>
              <a:t>2. Run: `Copilot architecture diagram`</a:t>
            </a:r>
            <a:br/>
            <a:r>
              <a:t>3. Output matches: Diagram in README</a:t>
            </a:r>
            <a:br/>
            <a:r>
              <a:t>4. Skill checkpoint: ✓ BRD problem · quantified metric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44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