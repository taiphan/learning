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41 · MONTH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Second use case BRD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1-page quantified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learning-lab/exercises/week41_value_case.md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Second use case BRD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1-page quantified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examples/04a</a:t>
            </a:r>
            <a:br/>
            <a:r>
              <a:t>• strategy-and-roadmap.md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examples/04a; strategy-and-roadmap.md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learning-lab/exercises/week41_value_case.md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Fill value case template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`learning-lab/exercises/week41_value_case.md` in Cursor</a:t>
            </a:r>
            <a:br/>
            <a:r>
              <a:t>2. Run: `Fill value case template`</a:t>
            </a:r>
            <a:br/>
            <a:r>
              <a:t>3. Output matches: 1-page quantified metric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