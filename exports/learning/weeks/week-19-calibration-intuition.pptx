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hap.readthedocs.io/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19 · MONTH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Calibration intuition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Metrics &amp; SHAP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1 paragraph for BA audience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learning-lab/exercises/week17_metrics.py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5 · METRICS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19 — Calibration intuition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1 paragraph for BA audience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Géron calibration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AUC, thresholds, SHAP explainability.</a:t>
            </a:r>
            <a:br/>
            <a:br/>
            <a:r>
              <a:t>Phase tip: Connect every metric to business language: NPL, false decline, approval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19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7: METRICS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19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Géron calibration concept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sklearn metrics · SHAP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Link metrics to false decline vs false approve.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SHAP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19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19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learning-lab/exercises/week17_metrics.py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Reliability sketch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`learning-lab/exercises/week17_metrics.py` in Cursor</a:t>
            </a:r>
            <a:br/>
            <a:r>
              <a:t>2. Run: `Reliability sketch`</a:t>
            </a:r>
            <a:br/>
            <a:r>
              <a:t>3. Output matches: 1 paragraph for BA audience</a:t>
            </a:r>
            <a:br/>
            <a:r>
              <a:t>4. Skill checkpoint: ✓ ROC plot · decline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19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