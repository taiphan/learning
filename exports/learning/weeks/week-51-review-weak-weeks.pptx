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51 · MONTH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Review weak weeks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Portfolio &amp; Interview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All CP0–CP6 passed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learning-data.json + workbook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13 ·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51 — Review weak weeks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All CP0–CP6 passed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Re-run failed checkpoints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CV, demo video, STAR stories, apply.</a:t>
            </a:r>
            <a:br/>
            <a:br/>
            <a:r>
              <a:t>Phase tip: Quantify impact in VND or bps — hiring managers need numbers.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51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14: PORTFOLIO &amp; INTERVIEW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51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Re-run failed checkpoints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cv-cover-letter.md · interview-kit.md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5-min demo · 5 STAR stories.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51 · 2/3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51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learning-data.json + workbook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Fix lowest eval score week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`learning-data.json + workbook` in Cursor</a:t>
            </a:r>
            <a:br/>
            <a:r>
              <a:t>2. Run: `Fix lowest eval score week`</a:t>
            </a:r>
            <a:br/>
            <a:r>
              <a:t>3. Output matches: All CP0–CP6 passed</a:t>
            </a:r>
            <a:br/>
            <a:r>
              <a:t>4. Skill checkpoint: ✓ 2 repos · mock interview done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51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