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qlbolt.com/" TargetMode="External"/><Relationship Id="rId3" Type="http://schemas.openxmlformats.org/officeDocument/2006/relationships/hyperlink" Target="https://www.kaggle.com/learn/intro-to-sql" TargetMode="External"/><Relationship Id="rId4" Type="http://schemas.openxmlformats.org/officeDocument/2006/relationships/slide" Target="slide1.xml"/><Relationship Id="rId5" Type="http://schemas.openxmlformats.org/officeDocument/2006/relationships/slide" Target="slide2.xml"/><Relationship Id="rId6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6 · MONTH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SQL JOINs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SQL for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Join returns correct 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learning-lab/sql/week06_join.sql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2 · SQL FOR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6 — SQL JOINs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Join returns correct rows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SQLBolt 7–12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SELECT, JOIN, GROUP BY, window functions.</a:t>
            </a:r>
            <a:br/>
            <a:br/>
            <a:r>
              <a:t>Phase tip: Type every example yourself — no copy-paste. Commit when the script runs clean.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6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3: SQL FOR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6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SQLBolt 7–12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SQLBolt 1–18 · Kaggle SQL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Rewrite each lesson from memory.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SQLBolt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3"/>
              </a:rPr>
              <a:t>Kaggle 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6 · 2/3</a:t>
            </a:r>
          </a:p>
        </p:txBody>
      </p:sp>
      <p:sp>
        <p:nvSpPr>
          <p:cNvPr id="23" name="Rounded Rectangle 22">
            <a:hlinkClick action="ppaction://hlinksldjump" r:id="rId5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5" name="Rounded Rectangle 24">
            <a:hlinkClick action="ppaction://hlinksldjump" r:id="rId6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7" name="Rounded Rectangle 26">
            <a:hlinkClick action="ppaction://hlinksldjump" r:id="rId4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6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learning-lab/sql/week06_join.sql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Run join on customers + applications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97757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`learning-lab/sql/week06_join.sql` in Cursor</a:t>
            </a:r>
            <a:br/>
            <a:r>
              <a:t>2. Run: `Run join on customers + applications`</a:t>
            </a:r>
            <a:br/>
            <a:r>
              <a:t>3. Output matches: Join returns correct rows</a:t>
            </a:r>
            <a:br/>
            <a:r>
              <a:t>4. Skill checkpoint: ✓ JOIN · ✓ GROUP BY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6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