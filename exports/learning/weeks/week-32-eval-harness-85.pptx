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eeplearning.ai/short-courses/ai-agents-in-langgraph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32 · MONTH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Eval harness ≥85%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LangGraph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Automated eval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learning-lab/data/eval_questions.json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8 ·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32 — Eval harness ≥85%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Automated eval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ragas</a:t>
            </a:r>
            <a:br/>
            <a:r>
              <a:t>• data/eval_questions.json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Stateful agent, tools, escalation.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32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10: LANGGRAPH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32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ragas; data/eval_questions.json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LangGraph · LangGraph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policy_lookup · escalate_human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DL.AI LangGraph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32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32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learning-lab/data/eval_questions.json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week32_run_eval.py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`learning-lab/data/eval_questions.json` in Cursor</a:t>
            </a:r>
            <a:br/>
            <a:r>
              <a:t>2. Run: `python3 week32_run_eval.py`</a:t>
            </a:r>
            <a:br/>
            <a:r>
              <a:t>3. Output matches: Automated eval report</a:t>
            </a:r>
            <a:br/>
            <a:r>
              <a:t>4. Skill checkpoint: ✓ eval ≥85% grounded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32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