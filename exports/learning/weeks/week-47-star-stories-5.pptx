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47 · MONTH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STAR stories ×5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Portfolio &amp;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Stories reviewed aloud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learning-lab/exercises/week47_star_stories.md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12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47 — STAR stories ×5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Stories reviewed aloud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interview-kit.md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47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47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interview-kit.md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cv-cover-letter.md · interview-kit.md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47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47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learning-lab/exercises/week47_star_stories.md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Write 5 STAR stories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`learning-lab/exercises/week47_star_stories.md` in Cursor</a:t>
            </a:r>
            <a:br/>
            <a:r>
              <a:t>2. Run: `Write 5 STAR stories`</a:t>
            </a:r>
            <a:br/>
            <a:r>
              <a:t>3. Output matches: Stories reviewed aloud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47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