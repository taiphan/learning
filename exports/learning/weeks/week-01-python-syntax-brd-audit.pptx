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cs.python.org/3/tutorial/" TargetMode="External"/><Relationship Id="rId3" Type="http://schemas.openxmlformats.org/officeDocument/2006/relationships/slide" Target="slide1.xml"/><Relationship Id="rId4" Type="http://schemas.openxmlformats.org/officeDocument/2006/relationships/slide" Target="slide2.xml"/><Relationship Id="rId5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WEEK 1 · MONTH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Python syntax — BRD audit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Python Fundamentals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Lists missing BRD sections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54296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Exercise: learning-lab/exercises/week01_brd_checklist.py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1 · PYTHON 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 — Python syntax — BRD audit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Lists missing BRD sections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Python.org §1–4</a:t>
            </a:r>
            <a:br/>
            <a:r>
              <a:t>• Kaggle Python L1–3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Read, write, debug Python: variables, loops, functions, files, JSON/CSV.</a:t>
            </a:r>
            <a:br/>
            <a:br/>
            <a:r>
              <a:t>Phase tip: Type every example yourself — no copy-paste. Commit when the script runs clean.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1: PYTHON 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Python.org §1–4; Kaggle Python L1–3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Python.org §1–6 · Kaggle Learn Python · Automate the Boring Stuff Ch 1–6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Type every example. One venv per project. Run scripts from CLI daily.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Python tutorial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learning-lab/exercises/week01_brd_checklist.py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python3 week01_brd_checklist.py --app-sample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D97757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`learning-lab/exercises/week01_brd_checklist.py` in Cursor</a:t>
            </a:r>
            <a:br/>
            <a:r>
              <a:t>2. Run: `python3 week01_brd_checklist.py --app-sample`</a:t>
            </a:r>
            <a:br/>
            <a:r>
              <a:t>3. Output matches: Lists missing BRD sections</a:t>
            </a:r>
            <a:br/>
            <a:r>
              <a:t>4. Skill checkpoint: ✓ 50-line script · ✓ parse CSV · ✓ GitHub commit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