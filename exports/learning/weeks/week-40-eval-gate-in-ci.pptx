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ragas.io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40 · MONTH 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Eval gate in CI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Guardrails &amp; CI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Friend runs Docker 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learning-lab/projects/week39_ci/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10 ·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40 — Eval gate in CI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Friend runs Docker API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Harness engineering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PII redaction, eval in CI, governance gates.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02920" y="4480560"/>
            <a:ext cx="11155680" cy="502920"/>
          </a:xfrm>
          <a:prstGeom prst="roundRect">
            <a:avLst/>
          </a:prstGeom>
          <a:solidFill>
            <a:srgbClr val="E8E6DC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99432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141413"/>
                </a:solidFill>
                <a:latin typeface="Lora"/>
              </a:defRPr>
            </a:pPr>
            <a:r>
              <a:t>Checkpoint CP5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40 · 1/3</a:t>
            </a:r>
          </a:p>
        </p:txBody>
      </p:sp>
      <p:sp>
        <p:nvSpPr>
          <p:cNvPr id="20" name="Rounded Rectangle 19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2" name="Rounded Rectangle 21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12: GUARDRAILS &amp;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40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Harness engineering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governance-mlops.md · ragas · GitHub Actions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CI fails if eval score drops.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ragas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40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40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learning-lab/projects/week39_ci/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Fail if grounded &lt; 85%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`learning-lab/projects/week39_ci/` in Cursor</a:t>
            </a:r>
            <a:br/>
            <a:r>
              <a:t>2. Run: `Fail if grounded &lt; 85%`</a:t>
            </a:r>
            <a:br/>
            <a:r>
              <a:t>3. Output matches: Friend runs Docker API</a:t>
            </a:r>
            <a:br/>
            <a:r>
              <a:t>4. Skill checkpoint: ✓ PII blocked · green CI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40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