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46 · MONTH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Apply OCB / NAB / VPBank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Portfolio &amp; Interview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Application tracker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ai-factory/interview-kit.md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12 ·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46 — Apply OCB / NAB / VPBank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Application tracker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job-skills-adaptation.md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CV, demo video, STAR stories, apply.</a:t>
            </a:r>
            <a:br/>
            <a:br/>
            <a:r>
              <a:t>Phase tip: Quantify impact in VND or bps — hiring managers need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46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14: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46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job-skills-adaptation.md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cv-cover-letter.md · interview-kit.md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5-min demo · 5 STAR stories.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46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46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ai-factory/interview-kit.md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Submit 3 applications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`ai-factory/interview-kit.md` in Cursor</a:t>
            </a:r>
            <a:br/>
            <a:r>
              <a:t>2. Run: `Submit 3 applications`</a:t>
            </a:r>
            <a:br/>
            <a:r>
              <a:t>3. Output matches: Application tracker</a:t>
            </a:r>
            <a:br/>
            <a:r>
              <a:t>4. Skill checkpoint: ✓ 2 repos · mock interview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46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