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33 · MONTH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FastAPI /ask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Production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curl POST /ask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learning-lab/projects/week33_fastapi/main.py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FastAPI /ask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curl POST /ask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FastAPI tutorial §1–5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FastAPI tutorial §1–5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learning-lab/projects/week33_fastapi/main.py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uvicorn main:app --reload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`learning-lab/projects/week33_fastapi/main.py` in Cursor</a:t>
            </a:r>
            <a:br/>
            <a:r>
              <a:t>2. Run: `uvicorn main:app --reload`</a:t>
            </a:r>
            <a:br/>
            <a:r>
              <a:t>3. Output matches: curl POST /ask works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