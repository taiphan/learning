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49 · MONTH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Demo video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Portfolio &amp;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Video link in README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learning-lab/projects/PORTFOLIO.md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13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49 — Demo video 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Video link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Record Loom / OBS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Record Loom / 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49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learning-lab/projects/PORTFOLIO.md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English demo of copilot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`learning-lab/projects/PORTFOLIO.md` in Cursor</a:t>
            </a:r>
            <a:br/>
            <a:r>
              <a:t>2. Run: `English demo of copilot`</a:t>
            </a:r>
            <a:br/>
            <a:r>
              <a:t>3. Output matches: Video link in README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