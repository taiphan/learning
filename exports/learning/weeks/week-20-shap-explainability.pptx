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20 · MONTH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SHAP 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Metrics &amp; 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decline_story.md +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learning-lab/exercises/week20_shap.py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SHAP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decline_story.md + plot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SHAP intro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SHAP intro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learning-lab/exercises/week20_shap.py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week20_shap.py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`learning-lab/exercises/week20_shap.py` in Cursor</a:t>
            </a:r>
            <a:br/>
            <a:r>
              <a:t>2. Run: `python3 week20_shap.py`</a:t>
            </a:r>
            <a:br/>
            <a:r>
              <a:t>3. Output matches: decline_story.md + plot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