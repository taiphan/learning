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42 · MONTH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AML triage OR doc OCR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Banking Use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STAR outline draft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learning-lab/projects/use-case-2/README.md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11 ·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42 — AML triage OR doc OCR 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STAR outline draft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job-skills-adaptation.md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Map AI to CIR, TAT, NPL; second use case.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42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13: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job-skills-adaptation.md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examples/04a-brd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One-page value case with VND metric.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42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learning-lab/projects/use-case-2/README.md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Pick and scope use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`learning-lab/projects/use-case-2/README.md` in Cursor</a:t>
            </a:r>
            <a:br/>
            <a:r>
              <a:t>2. Run: `Pick and scope use case`</a:t>
            </a:r>
            <a:br/>
            <a:r>
              <a:t>3. Output matches: STAR outline draft</a:t>
            </a:r>
            <a:br/>
            <a:r>
              <a:t>4. Skill checkpoint: ✓ BRD problem · quantified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