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39 · MONTH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GitHub Actions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Guardrails &amp;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CI badge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learning-lab/projects/week39_ci/.github/workflows/ci.yml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GitHub Actions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CI badge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GitHub Actions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GitHub Actions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learning-lab/projects/week39_ci/.github/workflows/ci.yml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Push triggers pytest + 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`learning-lab/projects/week39_ci/.github/workflows/ci.yml` in Cursor</a:t>
            </a:r>
            <a:br/>
            <a:r>
              <a:t>2. Run: `Push triggers pytest + eval`</a:t>
            </a:r>
            <a:br/>
            <a:r>
              <a:t>3. Output matches: CI badge green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