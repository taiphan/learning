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python.org/3/tutorial/" TargetMode="External"/><Relationship Id="rId3" Type="http://schemas.openxmlformats.org/officeDocument/2006/relationships/hyperlink" Target="https://www.kaggle.com/learn/python" TargetMode="Externa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 · 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Dicts &amp; weighted BRD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Python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Weighted score % printed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learning-lab/exercises/week03_brd_weighted_score.py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Dicts &amp; weighted BRD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Weighted score % printed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Lists, dicts, JSON</a:t>
            </a:r>
            <a:br/>
            <a:r>
              <a:t>• docs/05 quality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Read, write, debug Python: variables, loops, functions, files, JSON/CSV.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1: PYTHON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Lists, dicts, JSON; docs/05 quality rubric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Python.org §1–6 · Kaggle Learn Python · Automate the Boring Stuff Ch 1–6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Type every example. One venv per project. Run scripts from CLI daily.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Python tutorial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learning-lab/exercises/week03_brd_weighted_score.py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week03_brd_weighted_score.py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`learning-lab/exercises/week03_brd_weighted_score.py` in Cursor</a:t>
            </a:r>
            <a:br/>
            <a:r>
              <a:t>2. Run: `python3 week03_brd_weighted_score.py`</a:t>
            </a:r>
            <a:br/>
            <a:r>
              <a:t>3. Output matches: Weighted score % printed</a:t>
            </a:r>
            <a:br/>
            <a:r>
              <a:t>4. Skill checkpoint: ✓ 50-line script · ✓ parse CSV · ✓ GitHub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