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tatquest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11 · MONTH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Business insights write-up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EDA &amp;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insights.md in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learning-lab/notebooks/02_eda_credit.ipynb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11 — Business insights write-up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insights.md in notebook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StatQuest ML intro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5: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StatQuest ML intro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StatQuest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learning-lab/notebooks/02_eda_credit.ipynb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Write 3 insights in BRD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`learning-lab/notebooks/02_eda_credit.ipynb` in Cursor</a:t>
            </a:r>
            <a:br/>
            <a:r>
              <a:t>2. Run: `Write 3 insights in BRD language`</a:t>
            </a:r>
            <a:br/>
            <a:r>
              <a:t>3. Output matches: insights.md in notebook</a:t>
            </a:r>
            <a:br/>
            <a:r>
              <a:t>4. Skill checkpoint: ✓ 3 insights · ✓ no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