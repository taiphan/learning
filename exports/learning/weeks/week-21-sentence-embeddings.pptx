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learn/nlp-course/chapter1/1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21 · MONTH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Sentence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Embeddings &amp;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Top-3 similar policy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learning-lab/exercises/week21_embed.py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6 ·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Sentence embeddings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Top-3 similar policy 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HF NLP Ch 1–2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Text vectors, similarity, doc classification.</a:t>
            </a:r>
            <a:br/>
            <a:br/>
            <a:r>
              <a:t>Phase tip: Always log which source chunk grounded your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8: EMBEDDINGS &amp;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HF NLP Ch 1–2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HF NLP Ch 1–3 · LangChain embeddings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Embed policy sentences; top-3 similar.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HF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learning-lab/exercises/week21_embed.py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week21_embed.py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`learning-lab/exercises/week21_embed.py` in Cursor</a:t>
            </a:r>
            <a:br/>
            <a:r>
              <a:t>2. Run: `python3 week21_embed.py`</a:t>
            </a:r>
            <a:br/>
            <a:r>
              <a:t>3. Output matches: Top-3 similar policy lines</a:t>
            </a:r>
            <a:br/>
            <a:r>
              <a:t>4. Skill checkpoint: ✓ chunk pipeline · classifier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