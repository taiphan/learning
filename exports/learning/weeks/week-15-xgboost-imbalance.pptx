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kaggle.com/learn/intro-to-machine-learning" TargetMode="External"/><Relationship Id="rId3" Type="http://schemas.openxmlformats.org/officeDocument/2006/relationships/slide" Target="slide1.xml"/><Relationship Id="rId4" Type="http://schemas.openxmlformats.org/officeDocument/2006/relationships/slide" Target="slide2.xml"/><Relationship Id="rId5" Type="http://schemas.openxmlformats.org/officeDocument/2006/relationships/slide" Target="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51960"/>
            <a:ext cx="12191695" cy="731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78440" y="685800"/>
            <a:ext cx="320040" cy="3200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72800" y="685800"/>
            <a:ext cx="320040" cy="320040"/>
          </a:xfrm>
          <a:prstGeom prst="ellipse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78440" y="1280160"/>
            <a:ext cx="320040" cy="320040"/>
          </a:xfrm>
          <a:prstGeom prst="ellipse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D97757"/>
                </a:solidFill>
                <a:latin typeface="Lora"/>
              </a:defRPr>
            </a:pPr>
            <a:r>
              <a:t>WEEK 15 · MONTH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FAF9F5"/>
                </a:solidFill>
                <a:latin typeface="Poppins"/>
              </a:defRPr>
            </a:pPr>
            <a:r>
              <a:t>XGBoost + imbalance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0332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Classical 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17880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README business metric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654296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Exercise: learning-lab/projects/credit-pd-model/train.py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MONTH 4 · CLASSICAL 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15 — XGBoost + imbalance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502920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Deliverable: README business metric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39496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THIS WEEK YOU WILL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• XGBoost docs</a:t>
            </a:r>
            <a:br/>
            <a:r>
              <a:t>• class_weight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28600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286000"/>
            <a:ext cx="557784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5000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SKILL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5303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Train classifiers for credit default / PD proxy.</a:t>
            </a:r>
            <a:br/>
            <a:br/>
            <a:r>
              <a:t>Phase tip: Connect every metric to business language: NPL, false decline, approval rate.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15 · 1/3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SKILL 6: CLASSICAL 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15 —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READ &amp;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XGBoost docs; class_weight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486400" cy="32004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SOURCES 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Kaggle ML · sklearn · Géron Ch 1–9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5486400" cy="32004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PRACTICE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Baseline first; time-based split.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Click resources: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9560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0AEA5"/>
                </a:solidFill>
                <a:hlinkClick r:id="rId2"/>
              </a:rPr>
              <a:t>Kaggle Intro ML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15 · 2/3</a:t>
            </a:r>
          </a:p>
        </p:txBody>
      </p:sp>
      <p:sp>
        <p:nvSpPr>
          <p:cNvPr id="22" name="Rounded Rectangle 21">
            <a:hlinkClick action="ppaction://hlinksldjump" r:id="rId4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4" name="Rounded Rectangle 23">
            <a:hlinkClick action="ppaction://hlinksldjump" r:id="rId5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EXERCISE · RUN ·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15 —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EXERCISE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learning-lab/projects/credit-pd-model/train.py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Run command: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11155680" cy="6858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108813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class_weight or scale_pos_weight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556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A9B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6A9BCC"/>
                </a:solidFill>
                <a:latin typeface="Lora"/>
              </a:defRPr>
            </a:pPr>
            <a:r>
              <a:t>DONE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6168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1. Open `learning-lab/projects/credit-pd-model/train.py` in Cursor</a:t>
            </a:r>
            <a:br/>
            <a:r>
              <a:t>2. Run: `class_weight or scale_pos_weight`</a:t>
            </a:r>
            <a:br/>
            <a:r>
              <a:t>3. Output matches: README business metric</a:t>
            </a:r>
            <a:br/>
            <a:r>
              <a:t>4. Skill checkpoint: ✓ AUC · beat baseline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15 · 3/3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