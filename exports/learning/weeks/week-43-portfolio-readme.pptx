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43 · MONTH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Portfolio README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Banking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Single index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learning-lab/projects/PORTFOLIO.md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Portfolio README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Single index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GitHub portfolio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GitHub portfolio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Link all repos +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`learning-lab/projects/PORTFOLIO.md` in Cursor</a:t>
            </a:r>
            <a:br/>
            <a:r>
              <a:t>2. Run: `Link all repos + metrics`</a:t>
            </a:r>
            <a:br/>
            <a:r>
              <a:t>3. Output matches: Single index page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