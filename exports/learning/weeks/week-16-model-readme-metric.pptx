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16 · MONTH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Model README +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Repo public on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learning-lab/projects/credit-pd-model/README.md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Model README +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Repo public on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Géron Ch 3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Géron Ch 3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Document AUC + decision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`learning-lab/projects/credit-pd-model/README.md` in Cursor</a:t>
            </a:r>
            <a:br/>
            <a:r>
              <a:t>2. Run: `Document AUC + decision use`</a:t>
            </a:r>
            <a:br/>
            <a:r>
              <a:t>3. Output matches: Repo public on GitHub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