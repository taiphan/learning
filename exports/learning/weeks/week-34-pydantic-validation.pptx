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astapi.tiangolo.com/tutorial/" TargetMode="Externa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34 · MONTH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Pydantic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Production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Invalid input rejected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learning-lab/projects/week33_fastapi/main.py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9 · PRODUCTION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34 — Pydantic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Invalid input rejected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FastAPI body models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FastAPI, Docker, health checks.</a:t>
            </a:r>
            <a:br/>
            <a:br/>
            <a:r>
              <a:t>Phase tip: If a friend cannot curl your API, it is not done.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34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11: PRODUCTION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34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FastAPI body models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FastAPI tutorial · Docker get-started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POST /ask → JSON; docker compose up.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FastAPI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34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34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learning-lab/projects/week33_fastapi/main.py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pytest test_health.py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CD1CA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`learning-lab/projects/week33_fastapi/main.py` in Cursor</a:t>
            </a:r>
            <a:br/>
            <a:r>
              <a:t>2. Run: `pytest test_health.py`</a:t>
            </a:r>
            <a:br/>
            <a:r>
              <a:t>3. Output matches: Invalid input rejected</a:t>
            </a:r>
            <a:br/>
            <a:r>
              <a:t>4. Skill checkpoint: ✓ curl works · another machine runs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34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