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Write a BRD at FE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practical guide for business users</a:t>
            </a:r>
          </a:p>
          <a:p>
            <a:r>
              <a:t>Hướng dẫn viết BRD cho nhân viên nghiệp vụ</a:t>
            </a:r>
          </a:p>
          <a:p/>
          <a:p>
            <a:r>
              <a:t>Your BRD is the contract for what IT will deliver.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a BRD is — and what it is NOT</a:t>
            </a:r>
          </a:p>
          <a:p>
            <a:r>
              <a:t>• The 8 steps to write a good BRD</a:t>
            </a:r>
          </a:p>
          <a:p>
            <a:r>
              <a:t>• Each template section (A → M) with examples</a:t>
            </a:r>
          </a:p>
          <a:p>
            <a:r>
              <a:t>• How to pass the quality gate (score ≥ 80%)</a:t>
            </a:r>
          </a:p>
          <a:p>
            <a:r>
              <a:t>• Where and how to submit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Your BRD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 cannot build what you have not defined</a:t>
            </a:r>
          </a:p>
          <a:p>
            <a:r>
              <a:t>• Poor BRD = delay, rework, UAT failure, compliance risk</a:t>
            </a:r>
          </a:p>
          <a:p>
            <a:r>
              <a:t>• Good BRD = faster triage, predictable delivery</a:t>
            </a:r>
          </a:p>
          <a:p/>
          <a:p>
            <a:r>
              <a:t>You own the business rules. IT owns the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BRD in the IT Delivery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Business users own BRD and UAT — IT owns build and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8087" y="2743200"/>
            <a:ext cx="141732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You write</a:t>
            </a:r>
          </a:p>
          <a:p>
            <a:r>
              <a:t>BRD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754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9727" y="2743200"/>
            <a:ext cx="141732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BA review</a:t>
            </a:r>
          </a:p>
          <a:p>
            <a:r>
              <a:t>≥80%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6704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1367" y="2743200"/>
            <a:ext cx="141732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IT</a:t>
            </a:r>
          </a:p>
          <a:p>
            <a:r>
              <a:t>triage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868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2743200"/>
            <a:ext cx="141732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FSD</a:t>
            </a:r>
          </a:p>
          <a:p>
            <a:r>
              <a:t>built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5032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24647" y="2743200"/>
            <a:ext cx="141732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You test</a:t>
            </a:r>
          </a:p>
          <a:p>
            <a:r>
              <a:t>UAT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419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16287" y="2743200"/>
            <a:ext cx="1417320" cy="868680"/>
          </a:xfrm>
          <a:prstGeom prst="roundRect">
            <a:avLst/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Go-</a:t>
            </a:r>
          </a:p>
          <a:p>
            <a:r>
              <a:t>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BRD describes:</a:t>
            </a:r>
          </a:p>
          <a:p>
            <a:r>
              <a:t>  ✓ Business problem and impact</a:t>
            </a:r>
          </a:p>
          <a:p>
            <a:r>
              <a:t>  ✓ Who is affected and business rules</a:t>
            </a:r>
          </a:p>
          <a:p>
            <a:r>
              <a:t>  ✓ Scope, data, compliance, acceptance criteria</a:t>
            </a:r>
          </a:p>
          <a:p/>
          <a:p>
            <a:r>
              <a:t>A BRD is NOT:</a:t>
            </a:r>
          </a:p>
          <a:p>
            <a:r>
              <a:t>  ✗ Technical design (API, database, Kafka)</a:t>
            </a:r>
          </a:p>
          <a:p>
            <a:r>
              <a:t>  ✗ Vendor selection or project plan</a:t>
            </a:r>
          </a:p>
          <a:p>
            <a:r>
              <a:t>  ✗ An email saying "please do it ASAP"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BRD vs Other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write → BRD (business need)</a:t>
            </a:r>
          </a:p>
          <a:p>
            <a:r>
              <a:t>BA + IT write → FSD / FRD (functional spec)</a:t>
            </a:r>
          </a:p>
          <a:p>
            <a:r>
              <a:t>IT writes → Technical design &amp; code</a:t>
            </a:r>
          </a:p>
          <a:p>
            <a:r>
              <a:t>YOU sign → UAT (did it meet your criteria?)</a:t>
            </a:r>
          </a:p>
          <a:p/>
          <a:p>
            <a:r>
              <a:t>No BRD → no IT build. No UAT sign-off → no go-live.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Journey After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You draft BRD + get Sponsor (Director+) to sign</a:t>
            </a:r>
          </a:p>
          <a:p>
            <a:r>
              <a:t>2. BA quality review (2 days) — score must be ≥ 80%</a:t>
            </a:r>
          </a:p>
          <a:p>
            <a:r>
              <a:t>3. Compliance routing if needed (Risk, Legal, IT-Security)</a:t>
            </a:r>
          </a:p>
          <a:p>
            <a:r>
              <a:t>4. IT triage &amp; prioritization (5 days)</a:t>
            </a:r>
          </a:p>
          <a:p>
            <a:r>
              <a:t>5. BA creates FSD → Dev builds → You run UAT</a:t>
            </a:r>
          </a:p>
          <a:p>
            <a:r>
              <a:t>6. Go-live after your UAT sign-off</a:t>
            </a:r>
          </a:p>
          <a:p/>
          <a:p>
            <a:r>
              <a:t>Tip: Strong acceptance criteria in your BRD become your UAT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the PROBLEM and BUSINESS RULES,</a:t>
            </a:r>
          </a:p>
          <a:p>
            <a:r>
              <a:t>not the SYSTEM DESIGN.</a:t>
            </a:r>
          </a:p>
          <a:p/>
          <a:p>
            <a:r>
              <a:t>Viết VẤN ĐỀ và QUY TẮC NGHIỆP VỤ,</a:t>
            </a:r>
          </a:p>
          <a:p>
            <a:r>
              <a:t>không viết THIẾT KẾ HỆ THỐNG.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Steps to a Good BRD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8 bước viết BRD tốt | Same steps in Vietnamese cheat sheet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34440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12161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Start with the problem — not "we need system X"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92808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74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Quantify impact — %, hours, customers, VND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551176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Define who uses it — role, count, location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209544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91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Document business rules — approval, cut-off, exceptions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234440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2161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Write in-scope AND out-of-scope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892808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874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Complete data &amp; compliance honestly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551176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532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Add acceptance criteria — Given/When/Then (min 5)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3209544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3191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Get Sponsor (Director+) sign-off before IT intake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vs Bad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BAD:</a:t>
            </a:r>
          </a:p>
          <a:p>
            <a:r>
              <a:t>  "Build Kafka API to Finacle for real-time sync"</a:t>
            </a:r>
          </a:p>
          <a:p>
            <a:r>
              <a:t>  "Need new screen ASAP"</a:t>
            </a:r>
          </a:p>
          <a:p/>
          <a:p>
            <a:r>
              <a:t>GOOD:</a:t>
            </a:r>
          </a:p>
          <a:p>
            <a:r>
              <a:t>  "POS staff cannot see approved loan status during customer visit,</a:t>
            </a:r>
          </a:p>
          <a:p>
            <a:r>
              <a:t>   causing 18% drop-off on pre-approved applications"</a:t>
            </a:r>
          </a:p>
          <a:p/>
          <a:p>
            <a:r>
              <a:t>BAD = IT solution.  GOOD = business problem +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[Role] cannot [task] because [constraint], causing [impact].</a:t>
            </a:r>
          </a:p>
          <a:p/>
          <a:p>
            <a:r>
              <a:t>[Vai trò] không thể [làm gì] vì [rào cản], gây [ảnh hưởng].</a:t>
            </a:r>
          </a:p>
          <a:p/>
          <a:p>
            <a:r>
              <a:t>Example / Ví dụ:</a:t>
            </a:r>
          </a:p>
          <a:p>
            <a:r>
              <a:t>Collections agent cannot see payment promise history on one screen,</a:t>
            </a:r>
          </a:p>
          <a:p>
            <a:r>
              <a:t>causing 12 min average call time and repeat contacts.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A — Request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Fill in first:</a:t>
            </a:r>
          </a:p>
          <a:p>
            <a:r>
              <a:t>• BRD title (clear, specific)</a:t>
            </a:r>
          </a:p>
          <a:p>
            <a:r>
              <a:t>• Business unit (Sales/POS, Digital, Collections…)</a:t>
            </a:r>
          </a:p>
          <a:p>
            <a:r>
              <a:t>• Your name and email</a:t>
            </a:r>
          </a:p>
          <a:p>
            <a:r>
              <a:t>• Business Sponsor — must be Director grade or above</a:t>
            </a:r>
          </a:p>
          <a:p>
            <a:r>
              <a:t>• Target go-live date (realistic: ≥ 15 business days from submit)</a:t>
            </a:r>
          </a:p>
          <a:p>
            <a:r>
              <a:t>• Priority: Regulatory | Revenue | CX | Efficiency | Risk</a:t>
            </a:r>
          </a:p>
          <a:p/>
          <a:p>
            <a:r>
              <a:t>Common mistake: no Sponsor → BRD returned immediately.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B —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Answer in plain language:</a:t>
            </a:r>
          </a:p>
          <a:p>
            <a:r>
              <a:t>• What is the business problem?</a:t>
            </a:r>
          </a:p>
          <a:p>
            <a:r>
              <a:t>• Who is impacted? (role, count, location)</a:t>
            </a:r>
          </a:p>
          <a:p>
            <a:r>
              <a:t>• What happens if we do nothing?</a:t>
            </a:r>
          </a:p>
          <a:p>
            <a:r>
              <a:t>• Desired outcome in one sentence</a:t>
            </a:r>
          </a:p>
          <a:p/>
          <a:p>
            <a:r>
              <a:t>Use the problem formula. Min 50 characters for problem statement.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C — Objectives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objective needs THREE parts:</a:t>
            </a:r>
          </a:p>
          <a:p>
            <a:r>
              <a:t>  Baseline (today) → Target (goal) → How measured</a:t>
            </a:r>
          </a:p>
          <a:p/>
          <a:p>
            <a:r>
              <a:t>WEAK: "Improve customer experience"</a:t>
            </a:r>
          </a:p>
          <a:p>
            <a:r>
              <a:t>STRONG: "Reduce POS disbursement TAT from 24h to 4h;</a:t>
            </a:r>
          </a:p>
          <a:p>
            <a:r>
              <a:t>         measured weekly from LOS report R-1042"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 — 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TODAY before IT changes anything:</a:t>
            </a:r>
          </a:p>
          <a:p>
            <a:r>
              <a:t>• Step-by-step current process</a:t>
            </a:r>
          </a:p>
          <a:p>
            <a:r>
              <a:t>• Which FE Credit systems are involved</a:t>
            </a:r>
          </a:p>
          <a:p>
            <a:r>
              <a:t>   (FE ONLINE, $NAP, Finacle, POS/LOS, Collections…)</a:t>
            </a:r>
          </a:p>
          <a:p>
            <a:r>
              <a:t>• How many users and transactions per month</a:t>
            </a:r>
          </a:p>
          <a:p/>
          <a:p>
            <a:r>
              <a:t>IT uses this to understand where you are now.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E &amp; F — To-Be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 E — Future process (business view only):</a:t>
            </a:r>
          </a:p>
          <a:p>
            <a:r>
              <a:t>  What should users be able to do differently?</a:t>
            </a:r>
          </a:p>
          <a:p>
            <a:r>
              <a:t>  Do NOT name APIs, databases, or vendors.</a:t>
            </a:r>
          </a:p>
          <a:p/>
          <a:p>
            <a:r>
              <a:t>Section F — Scope (write BOTH):</a:t>
            </a:r>
          </a:p>
          <a:p>
            <a:r>
              <a:t>  In scope: what this change delivers</a:t>
            </a:r>
          </a:p>
          <a:p>
            <a:r>
              <a:t>  Out of scope: what is NOT included (prevents scope creep)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G &amp; H — Users &amp; 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 G — Who uses it:</a:t>
            </a:r>
          </a:p>
          <a:p>
            <a:r>
              <a:t>  Role | Department | # users | Location (POS/HQ/field)</a:t>
            </a:r>
          </a:p>
          <a:p/>
          <a:p>
            <a:r>
              <a:t>Section H — Rules IT must NOT guess:</a:t>
            </a:r>
          </a:p>
          <a:p>
            <a:r>
              <a:t>  • Who approves? What authority level?</a:t>
            </a:r>
          </a:p>
          <a:p>
            <a:r>
              <a:t>  • Cut-off times (e.g. disbursement before 17:00)</a:t>
            </a:r>
          </a:p>
          <a:p>
            <a:r>
              <a:t>  • Exceptions and edge cases</a:t>
            </a:r>
          </a:p>
          <a:p>
            <a:r>
              <a:t>  • Customer communication rules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I — Data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Classify your data honestly:</a:t>
            </a:r>
          </a:p>
          <a:p>
            <a:r>
              <a:t>  Public | Internal | Confidential | Restricted</a:t>
            </a:r>
          </a:p>
          <a:p/>
          <a:p>
            <a:r>
              <a:t>Check data types: PII, CIC, payment, financial</a:t>
            </a:r>
          </a:p>
          <a:p>
            <a:r>
              <a:t>Remote access: None | Managed device | VDI | Exception</a:t>
            </a:r>
          </a:p>
          <a:p/>
          <a:p>
            <a:r>
              <a:t>Restricted data or exceptions → IT-Security review (adds time).</a:t>
            </a:r>
          </a:p>
          <a:p>
            <a:r>
              <a:t>Never request: disable MFA, personal Gmail, BYOD for customer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N — Compliance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Answer Yes / No / N/A honestly for all 7 questions:</a:t>
            </a:r>
          </a:p>
          <a:p>
            <a:r>
              <a:t>• Loan origination / approval / disbursement change?</a:t>
            </a:r>
          </a:p>
          <a:p>
            <a:r>
              <a:t>• Interest, fees, or contract terms?</a:t>
            </a:r>
          </a:p>
          <a:p>
            <a:r>
              <a:t>• Customer SMS / email / push notifications?</a:t>
            </a:r>
          </a:p>
          <a:p>
            <a:r>
              <a:t>• Third-party data sharing?</a:t>
            </a:r>
          </a:p>
          <a:p>
            <a:r>
              <a:t>• Collections or legal process?</a:t>
            </a:r>
          </a:p>
          <a:p>
            <a:r>
              <a:t>• Audit trail required?</a:t>
            </a:r>
          </a:p>
          <a:p>
            <a:r>
              <a:t>• Customer data on POS or field devices?</a:t>
            </a:r>
          </a:p>
          <a:p/>
          <a:p>
            <a:r>
              <a:t>"Yes" routes to Risk, Legal, or IT-Security — plan extra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M — Acceptance Criteria (UAT)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5 testable criteria using Given / When / Then:</a:t>
            </a:r>
          </a:p>
          <a:p/>
          <a:p>
            <a:r>
              <a:t>Given a pre-approved POS loan application</a:t>
            </a:r>
          </a:p>
          <a:p>
            <a:r>
              <a:t>When the agent opens the customer record during visit</a:t>
            </a:r>
          </a:p>
          <a:p>
            <a:r>
              <a:t>Then approved amount and status display within 3 seconds</a:t>
            </a:r>
          </a:p>
          <a:p/>
          <a:p>
            <a:r>
              <a:t>These become YOUR UAT tests. IT does not accept for you.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L &amp; K — Risks &amp;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 L — What goes wrong if built incorrectly?</a:t>
            </a:r>
          </a:p>
          <a:p>
            <a:r>
              <a:t>  Operational, customer, financial, compliance risks</a:t>
            </a:r>
          </a:p>
          <a:p/>
          <a:p>
            <a:r>
              <a:t>Section K — Rollout:</a:t>
            </a:r>
          </a:p>
          <a:p>
            <a:r>
              <a:t>  Pilot vs phased vs big bang</a:t>
            </a:r>
          </a:p>
          <a:p>
            <a:r>
              <a:t>  Training needed? Vietnamese / English?</a:t>
            </a:r>
          </a:p>
          <a:p>
            <a:r>
              <a:t>  Business continuity fallback if system unavailable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O — Sponsor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you submit:</a:t>
            </a:r>
          </a:p>
          <a:p>
            <a:r>
              <a:t>☐ Business Sponsor (Director+) has reviewed the full BRD</a:t>
            </a:r>
          </a:p>
          <a:p>
            <a:r>
              <a:t>☐ Sponsor signature or approval email attached</a:t>
            </a:r>
          </a:p>
          <a:p>
            <a:r>
              <a:t>☐ Sponsor cannot be the only approver for Critical changes</a:t>
            </a:r>
          </a:p>
          <a:p/>
          <a:p>
            <a:r>
              <a:t>Sponsor accountability = business owns the decision.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Writing a solution instead of a need</a:t>
            </a:r>
          </a:p>
          <a:p>
            <a:r>
              <a:t>2. No KPI baseline or target</a:t>
            </a:r>
          </a:p>
          <a:p>
            <a:r>
              <a:t>3. Missing business rules (IT would have to guess)</a:t>
            </a:r>
          </a:p>
          <a:p>
            <a:r>
              <a:t>4. No out-of-scope section</a:t>
            </a:r>
          </a:p>
          <a:p>
            <a:r>
              <a:t>5. Multiple unrelated projects in one BRD</a:t>
            </a:r>
          </a:p>
          <a:p>
            <a:r>
              <a:t>6. Fewer than 5 acceptance criteria</a:t>
            </a:r>
          </a:p>
          <a:p>
            <a:r>
              <a:t>7. No Sponsor sign-off</a:t>
            </a:r>
          </a:p>
          <a:p>
            <a:r>
              <a:t>8. Ignoring POS / field training impact</a:t>
            </a:r>
          </a:p>
          <a:p>
            <a:r>
              <a:t>9. Wrong or missing data classification</a:t>
            </a:r>
          </a:p>
          <a:p>
            <a:r>
              <a:t>10. Copy-paste from vendor marketing material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Self-Check Before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☐ Can IT build without guessing my business rules?</a:t>
            </a:r>
          </a:p>
          <a:p>
            <a:r>
              <a:t>☐ Can UAT verify success using my acceptance criteria?</a:t>
            </a:r>
          </a:p>
          <a:p>
            <a:r>
              <a:t>☐ Can Risk/Audit understand control impact?</a:t>
            </a:r>
          </a:p>
          <a:p>
            <a:r>
              <a:t>☐ Sponsor (Director+) signed?</a:t>
            </a:r>
          </a:p>
          <a:p>
            <a:r>
              <a:t>☐ In-scope AND out-of-scope written?</a:t>
            </a:r>
          </a:p>
          <a:p>
            <a:r>
              <a:t>☐ Compliance Section N complete?</a:t>
            </a:r>
          </a:p>
          <a:p>
            <a:r>
              <a:t>☐ Quality preview ≥ 80% (use BRD Intake App)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Gate — What BA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requirements:</a:t>
            </a:r>
          </a:p>
          <a:p>
            <a:r>
              <a:t>• All mandatory sections complete</a:t>
            </a:r>
          </a:p>
          <a:p>
            <a:r>
              <a:t>• Quality score ≥ 80%</a:t>
            </a:r>
          </a:p>
          <a:p>
            <a:r>
              <a:t>• Sponsor sign-off on file</a:t>
            </a:r>
          </a:p>
          <a:p/>
          <a:p>
            <a:r>
              <a:t>Scoring tip: Business rules (Section H) weighted 20%.</a:t>
            </a:r>
          </a:p>
          <a:p>
            <a:r>
              <a:t>Score 0 on business rules → BRD usually fails.</a:t>
            </a:r>
          </a:p>
          <a:p/>
          <a:p>
            <a:r>
              <a:t>If returned: BA lists specific gaps — fix and resubmit within 10 days.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approval / disbursement → Risk + Credit Policy</a:t>
            </a:r>
          </a:p>
          <a:p>
            <a:r>
              <a:t>Interest / fees / contract → Legal + Finance</a:t>
            </a:r>
          </a:p>
          <a:p>
            <a:r>
              <a:t>Customer SMS / email → Legal (approved template)</a:t>
            </a:r>
          </a:p>
          <a:p>
            <a:r>
              <a:t>Third-party data → Vendor Risk + Legal</a:t>
            </a:r>
          </a:p>
          <a:p>
            <a:r>
              <a:t>Collections / legal process → Compliance</a:t>
            </a:r>
          </a:p>
          <a:p>
            <a:r>
              <a:t>Data on POS / home device → IT-Security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BRD Intake App (wizard + score preview):</a:t>
            </a:r>
          </a:p>
          <a:p>
            <a:r>
              <a:t>  app/ — run local server, export Markdown</a:t>
            </a:r>
          </a:p>
          <a:p/>
          <a:p>
            <a:r>
              <a:t>Templates &amp; samples:</a:t>
            </a:r>
          </a:p>
          <a:p>
            <a:r>
              <a:t>  docs/01-brd-template-en.md</a:t>
            </a:r>
          </a:p>
          <a:p>
            <a:r>
              <a:t>  docs/02-brd-template-bilingual-vi-en.md</a:t>
            </a:r>
          </a:p>
          <a:p>
            <a:r>
              <a:t>  examples/04a-brd-pos-lending.md (gold standard)</a:t>
            </a:r>
          </a:p>
          <a:p/>
          <a:p>
            <a:r>
              <a:t>Submit via: ServiceNow / Jira BRD catalog (not email)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NOT to Put in Your BRD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✗ API names, Kafka, database, microservices</a:t>
            </a:r>
          </a:p>
          <a:p>
            <a:r>
              <a:t>✗ "ASAP" without business reason</a:t>
            </a:r>
          </a:p>
          <a:p>
            <a:r>
              <a:t>✗ Request to disable MFA or DLP</a:t>
            </a:r>
          </a:p>
          <a:p>
            <a:r>
              <a:t>✗ Personal device / Gmail / Dropbox for customer data</a:t>
            </a:r>
          </a:p>
          <a:p>
            <a:r>
              <a:t>✗ IT headcount or sprint planning</a:t>
            </a:r>
          </a:p>
          <a:p/>
          <a:p>
            <a:r>
              <a:t>If you need access or password reset → Service Desk, not BRD.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BRD template or Intake App</a:t>
            </a:r>
          </a:p>
          <a:p>
            <a:r>
              <a:t>2. Draft using this guide — start with problem, not system</a:t>
            </a:r>
          </a:p>
          <a:p>
            <a:r>
              <a:t>3. Self-check and aim for ≥ 80% quality score</a:t>
            </a:r>
          </a:p>
          <a:p>
            <a:r>
              <a:t>4. Get Sponsor sign-off</a:t>
            </a:r>
          </a:p>
          <a:p>
            <a:r>
              <a:t>5. Submit via ServiceNow / Jira BRD form</a:t>
            </a:r>
          </a:p>
          <a:p>
            <a:r>
              <a:t>6. Attend BA office hours if you need coaching</a:t>
            </a:r>
          </a:p>
          <a:p/>
          <a:p>
            <a:r>
              <a:t>Questions: BA team | Confluence: FECBRD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