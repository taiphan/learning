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to Write a BRD at FE Credit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practical guide for business users</a:t>
            </a:r>
          </a:p>
          <a:p>
            <a:r>
              <a:t>Hướng dẫn viết BRD cho nhân viên nghiệp vụ</a:t>
            </a:r>
          </a:p>
          <a:p/>
          <a:p>
            <a:r>
              <a:t>Your BRD is the contract for what IT will deliver.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Will Learn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What a BRD is — and what it is NOT</a:t>
            </a:r>
          </a:p>
          <a:p>
            <a:r>
              <a:t>• The 8 steps to write a good BRD</a:t>
            </a:r>
          </a:p>
          <a:p>
            <a:r>
              <a:t>• Each template section (A → M) with examples</a:t>
            </a:r>
          </a:p>
          <a:p>
            <a:r>
              <a:t>• How to pass the quality gate (score ≥ 80%)</a:t>
            </a:r>
          </a:p>
          <a:p>
            <a:r>
              <a:t>• Where and how to submit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Your BRD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IT cannot build what you have not defined</a:t>
            </a:r>
          </a:p>
          <a:p>
            <a:r>
              <a:t>• Poor BRD = delay, rework, UAT failure, compliance risk</a:t>
            </a:r>
          </a:p>
          <a:p>
            <a:r>
              <a:t>• Good BRD = faster triage, predictable delivery</a:t>
            </a:r>
          </a:p>
          <a:p/>
          <a:p>
            <a:r>
              <a:t>You own the business rules. IT owns the build.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Your BRD in the IT Delivery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55555"/>
                </a:solidFill>
              </a:defRPr>
            </a:pPr>
            <a:r>
              <a:t>Business users own BRD and UAT — IT owns build and deploy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58087" y="2743200"/>
            <a:ext cx="1417320" cy="868680"/>
          </a:xfrm>
          <a:prstGeom prst="roundRect">
            <a:avLst/>
          </a:prstGeom>
          <a:solidFill>
            <a:srgbClr val="1F4E7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You write</a:t>
            </a:r>
          </a:p>
          <a:p>
            <a:r>
              <a:t>BRD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7540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49727" y="2743200"/>
            <a:ext cx="1417320" cy="868680"/>
          </a:xfrm>
          <a:prstGeom prst="roundRect">
            <a:avLst/>
          </a:prstGeom>
          <a:solidFill>
            <a:srgbClr val="2E75B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BA review</a:t>
            </a:r>
          </a:p>
          <a:p>
            <a:r>
              <a:t>≥80%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26704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41367" y="2743200"/>
            <a:ext cx="1417320" cy="868680"/>
          </a:xfrm>
          <a:prstGeom prst="roundRect">
            <a:avLst/>
          </a:prstGeom>
          <a:solidFill>
            <a:srgbClr val="5B9BD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IT</a:t>
            </a:r>
          </a:p>
          <a:p>
            <a:r>
              <a:t>triage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5868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3007" y="2743200"/>
            <a:ext cx="1417320" cy="868680"/>
          </a:xfrm>
          <a:prstGeom prst="roundRect">
            <a:avLst/>
          </a:prstGeom>
          <a:solidFill>
            <a:srgbClr val="70AD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FSD</a:t>
            </a:r>
          </a:p>
          <a:p>
            <a:r>
              <a:t>built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65032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924647" y="2743200"/>
            <a:ext cx="1417320" cy="868680"/>
          </a:xfrm>
          <a:prstGeom prst="roundRect">
            <a:avLst/>
          </a:prstGeom>
          <a:solidFill>
            <a:srgbClr val="ED7D3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You test</a:t>
            </a:r>
          </a:p>
          <a:p>
            <a:r>
              <a:t>UAT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34196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16287" y="2743200"/>
            <a:ext cx="1417320" cy="868680"/>
          </a:xfrm>
          <a:prstGeom prst="roundRect">
            <a:avLst/>
          </a:prstGeom>
          <a:solidFill>
            <a:srgbClr val="A5A5A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Go-</a:t>
            </a:r>
          </a:p>
          <a:p>
            <a:r>
              <a:t>live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a BRD?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BRD describes:</a:t>
            </a:r>
          </a:p>
          <a:p>
            <a:r>
              <a:t>  ✓ Business problem and impact</a:t>
            </a:r>
          </a:p>
          <a:p>
            <a:r>
              <a:t>  ✓ Who is affected and business rules</a:t>
            </a:r>
          </a:p>
          <a:p>
            <a:r>
              <a:t>  ✓ Scope, data, compliance, acceptance criteria</a:t>
            </a:r>
          </a:p>
          <a:p/>
          <a:p>
            <a:r>
              <a:t>A BRD is NOT:</a:t>
            </a:r>
          </a:p>
          <a:p>
            <a:r>
              <a:t>  ✗ Technical design (API, database, Kafka)</a:t>
            </a:r>
          </a:p>
          <a:p>
            <a:r>
              <a:t>  ✗ Vendor selection or project plan</a:t>
            </a:r>
          </a:p>
          <a:p>
            <a:r>
              <a:t>  ✗ An email saying "please do it ASAP"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BRD vs Other Documents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YOU write → BRD (business need)</a:t>
            </a:r>
          </a:p>
          <a:p>
            <a:r>
              <a:t>BA + IT write → FSD / FRD (functional spec)</a:t>
            </a:r>
          </a:p>
          <a:p>
            <a:r>
              <a:t>IT writes → Technical design &amp; code</a:t>
            </a:r>
          </a:p>
          <a:p>
            <a:r>
              <a:t>YOU sign → UAT (did it meet your criteria?)</a:t>
            </a:r>
          </a:p>
          <a:p/>
          <a:p>
            <a:r>
              <a:t>No BRD → no IT build. No UAT sign-off → no go-live.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Your Journey After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You draft BRD + get Sponsor (Director+) to sign</a:t>
            </a:r>
          </a:p>
          <a:p>
            <a:r>
              <a:t>2. BA quality review (2 days) — score must be ≥ 80%</a:t>
            </a:r>
          </a:p>
          <a:p>
            <a:r>
              <a:t>3. Compliance routing if needed (Risk, Legal, IT-Security)</a:t>
            </a:r>
          </a:p>
          <a:p>
            <a:r>
              <a:t>4. IT triage &amp; prioritization (5 days)</a:t>
            </a:r>
          </a:p>
          <a:p>
            <a:r>
              <a:t>5. BA creates FSD → Dev builds → You run UAT</a:t>
            </a:r>
          </a:p>
          <a:p>
            <a:r>
              <a:t>6. Go-live after your UAT sign-off</a:t>
            </a:r>
          </a:p>
          <a:p/>
          <a:p>
            <a:r>
              <a:t>Tip: Strong acceptance criteria in your BRD become your UAT tests.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Golden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Write the PROBLEM and BUSINESS RULES,</a:t>
            </a:r>
          </a:p>
          <a:p>
            <a:r>
              <a:t>not the SYSTEM DESIGN.</a:t>
            </a:r>
          </a:p>
          <a:p/>
          <a:p>
            <a:r>
              <a:t>Viết VẤN ĐỀ và QUY TẮC NGHIỆP VỤ,</a:t>
            </a:r>
          </a:p>
          <a:p>
            <a:r>
              <a:t>không viết THIẾT KẾ HỆ THỐNG.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 Steps to a Good BRD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55555"/>
                </a:solidFill>
              </a:defRPr>
            </a:pPr>
            <a:r>
              <a:t>8 bước viết BRD tốt | Same steps in Vietnamese cheat sheet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234440"/>
            <a:ext cx="347472" cy="347472"/>
          </a:xfrm>
          <a:prstGeom prst="ellipse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" y="1216152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Start with the problem — not "we need system X"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892808"/>
            <a:ext cx="347472" cy="347472"/>
          </a:xfrm>
          <a:prstGeom prst="ellipse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187452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Quantify impact — %, hours, customers, VND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551176"/>
            <a:ext cx="347472" cy="347472"/>
          </a:xfrm>
          <a:prstGeom prst="ellipse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532888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Define who uses it — role, count, location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3209544"/>
            <a:ext cx="347472" cy="347472"/>
          </a:xfrm>
          <a:prstGeom prst="ellipse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91256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Document business rules — approval, cut-off, exceptions</a:t>
            </a:r>
          </a:p>
        </p:txBody>
      </p:sp>
      <p:sp>
        <p:nvSpPr>
          <p:cNvPr id="12" name="Oval 11"/>
          <p:cNvSpPr/>
          <p:nvPr/>
        </p:nvSpPr>
        <p:spPr>
          <a:xfrm>
            <a:off x="6263640" y="1234440"/>
            <a:ext cx="347472" cy="347472"/>
          </a:xfrm>
          <a:prstGeom prst="ellipse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02552" y="1216152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Write in-scope AND out-of-scope</a:t>
            </a:r>
          </a:p>
        </p:txBody>
      </p:sp>
      <p:sp>
        <p:nvSpPr>
          <p:cNvPr id="14" name="Oval 13"/>
          <p:cNvSpPr/>
          <p:nvPr/>
        </p:nvSpPr>
        <p:spPr>
          <a:xfrm>
            <a:off x="6263640" y="1892808"/>
            <a:ext cx="347472" cy="347472"/>
          </a:xfrm>
          <a:prstGeom prst="ellipse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02552" y="187452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Complete data &amp; compliance honestly</a:t>
            </a:r>
          </a:p>
        </p:txBody>
      </p:sp>
      <p:sp>
        <p:nvSpPr>
          <p:cNvPr id="16" name="Oval 15"/>
          <p:cNvSpPr/>
          <p:nvPr/>
        </p:nvSpPr>
        <p:spPr>
          <a:xfrm>
            <a:off x="6263640" y="2551176"/>
            <a:ext cx="347472" cy="347472"/>
          </a:xfrm>
          <a:prstGeom prst="ellipse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2552" y="2532888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Add acceptance criteria — Given/When/Then (min 5)</a:t>
            </a:r>
          </a:p>
        </p:txBody>
      </p:sp>
      <p:sp>
        <p:nvSpPr>
          <p:cNvPr id="18" name="Oval 17"/>
          <p:cNvSpPr/>
          <p:nvPr/>
        </p:nvSpPr>
        <p:spPr>
          <a:xfrm>
            <a:off x="6263640" y="3209544"/>
            <a:ext cx="347472" cy="347472"/>
          </a:xfrm>
          <a:prstGeom prst="ellipse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02552" y="3191256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Get Sponsor (Director+) sign-off before IT intake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Good vs Bad Request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BAD:</a:t>
            </a:r>
          </a:p>
          <a:p>
            <a:r>
              <a:t>  "Build Kafka API to Finacle for real-time sync"</a:t>
            </a:r>
          </a:p>
          <a:p>
            <a:r>
              <a:t>  "Need new screen ASAP"</a:t>
            </a:r>
          </a:p>
          <a:p/>
          <a:p>
            <a:r>
              <a:t>GOOD:</a:t>
            </a:r>
          </a:p>
          <a:p>
            <a:r>
              <a:t>  "POS staff cannot see approved loan status during customer visit,</a:t>
            </a:r>
          </a:p>
          <a:p>
            <a:r>
              <a:t>   causing 18% drop-off on pre-approved applications"</a:t>
            </a:r>
          </a:p>
          <a:p/>
          <a:p>
            <a:r>
              <a:t>BAD = IT solution.  GOOD = business problem + impact.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 Formula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[Role] cannot [task] because [constraint], causing [impact].</a:t>
            </a:r>
          </a:p>
          <a:p/>
          <a:p>
            <a:r>
              <a:t>[Vai trò] không thể [làm gì] vì [rào cản], gây [ảnh hưởng].</a:t>
            </a:r>
          </a:p>
          <a:p/>
          <a:p>
            <a:r>
              <a:t>Example / Ví dụ:</a:t>
            </a:r>
          </a:p>
          <a:p>
            <a:r>
              <a:t>Collections agent cannot see payment promise history on one screen,</a:t>
            </a:r>
          </a:p>
          <a:p>
            <a:r>
              <a:t>causing 12 min average call time and repeat contacts.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A — Request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Fill in first:</a:t>
            </a:r>
          </a:p>
          <a:p>
            <a:r>
              <a:t>• BRD title (clear, specific)</a:t>
            </a:r>
          </a:p>
          <a:p>
            <a:r>
              <a:t>• Business unit (Sales/POS, Digital, Collections…)</a:t>
            </a:r>
          </a:p>
          <a:p>
            <a:r>
              <a:t>• Your name and email</a:t>
            </a:r>
          </a:p>
          <a:p>
            <a:r>
              <a:t>• Business Sponsor — must be Director grade or above</a:t>
            </a:r>
          </a:p>
          <a:p>
            <a:r>
              <a:t>• Target go-live date (realistic: ≥ 15 business days from submit)</a:t>
            </a:r>
          </a:p>
          <a:p>
            <a:r>
              <a:t>• Priority: Regulatory | Revenue | CX | Efficiency | Risk</a:t>
            </a:r>
          </a:p>
          <a:p/>
          <a:p>
            <a:r>
              <a:t>Common mistake: no Sponsor → BRD returned immediately.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B — 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Answer in plain language:</a:t>
            </a:r>
          </a:p>
          <a:p>
            <a:r>
              <a:t>• What is the business problem?</a:t>
            </a:r>
          </a:p>
          <a:p>
            <a:r>
              <a:t>• Who is impacted? (role, count, location)</a:t>
            </a:r>
          </a:p>
          <a:p>
            <a:r>
              <a:t>• What happens if we do nothing?</a:t>
            </a:r>
          </a:p>
          <a:p>
            <a:r>
              <a:t>• Desired outcome in one sentence</a:t>
            </a:r>
          </a:p>
          <a:p/>
          <a:p>
            <a:r>
              <a:t>Use the problem formula. Min 50 characters for problem statement.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C — Objectives &amp;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Every objective needs THREE parts:</a:t>
            </a:r>
          </a:p>
          <a:p>
            <a:r>
              <a:t>  Baseline (today) → Target (goal) → How measured</a:t>
            </a:r>
          </a:p>
          <a:p/>
          <a:p>
            <a:r>
              <a:t>WEAK: "Improve customer experience"</a:t>
            </a:r>
          </a:p>
          <a:p>
            <a:r>
              <a:t>STRONG: "Reduce POS disbursement TAT from 24h to 4h;</a:t>
            </a:r>
          </a:p>
          <a:p>
            <a:r>
              <a:t>         measured weekly from LOS report R-1042"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D — Current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Describe TODAY before IT changes anything:</a:t>
            </a:r>
          </a:p>
          <a:p>
            <a:r>
              <a:t>• Step-by-step current process</a:t>
            </a:r>
          </a:p>
          <a:p>
            <a:r>
              <a:t>• Which FE Credit systems are involved</a:t>
            </a:r>
          </a:p>
          <a:p>
            <a:r>
              <a:t>   (FE ONLINE, $NAP, Finacle, POS/LOS, Collections…)</a:t>
            </a:r>
          </a:p>
          <a:p>
            <a:r>
              <a:t>• How many users and transactions per month</a:t>
            </a:r>
          </a:p>
          <a:p/>
          <a:p>
            <a:r>
              <a:t>IT uses this to understand where you are now.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E &amp; F — To-Be &amp;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Section E — Future process (business view only):</a:t>
            </a:r>
          </a:p>
          <a:p>
            <a:r>
              <a:t>  What should users be able to do differently?</a:t>
            </a:r>
          </a:p>
          <a:p>
            <a:r>
              <a:t>  Do NOT name APIs, databases, or vendors.</a:t>
            </a:r>
          </a:p>
          <a:p/>
          <a:p>
            <a:r>
              <a:t>Section F — Scope (write BOTH):</a:t>
            </a:r>
          </a:p>
          <a:p>
            <a:r>
              <a:t>  In scope: what this change delivers</a:t>
            </a:r>
          </a:p>
          <a:p>
            <a:r>
              <a:t>  Out of scope: what is NOT included (prevents scope creep)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G &amp; H — Users &amp; Business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Section G — Who uses it:</a:t>
            </a:r>
          </a:p>
          <a:p>
            <a:r>
              <a:t>  Role | Department | # users | Location (POS/HQ/field)</a:t>
            </a:r>
          </a:p>
          <a:p/>
          <a:p>
            <a:r>
              <a:t>Section H — Rules IT must NOT guess:</a:t>
            </a:r>
          </a:p>
          <a:p>
            <a:r>
              <a:t>  • Who approves? What authority level?</a:t>
            </a:r>
          </a:p>
          <a:p>
            <a:r>
              <a:t>  • Cut-off times (e.g. disbursement before 17:00)</a:t>
            </a:r>
          </a:p>
          <a:p>
            <a:r>
              <a:t>  • Exceptions and edge cases</a:t>
            </a:r>
          </a:p>
          <a:p>
            <a:r>
              <a:t>  • Customer communication rules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I — Data &amp;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Classify your data honestly:</a:t>
            </a:r>
          </a:p>
          <a:p>
            <a:r>
              <a:t>  Public | Internal | Confidential | Restricted</a:t>
            </a:r>
          </a:p>
          <a:p/>
          <a:p>
            <a:r>
              <a:t>Check data types: PII, CIC, payment, financial</a:t>
            </a:r>
          </a:p>
          <a:p>
            <a:r>
              <a:t>Remote access: None | Managed device | VDI | Exception</a:t>
            </a:r>
          </a:p>
          <a:p/>
          <a:p>
            <a:r>
              <a:t>Restricted data or exceptions → IT-Security review (adds time).</a:t>
            </a:r>
          </a:p>
          <a:p>
            <a:r>
              <a:t>Never request: disable MFA, personal Gmail, BYOD for customer data.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N — Compliance Screening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Answer Yes / No / N/A honestly for all 7 questions:</a:t>
            </a:r>
          </a:p>
          <a:p>
            <a:r>
              <a:t>• Loan origination / approval / disbursement change?</a:t>
            </a:r>
          </a:p>
          <a:p>
            <a:r>
              <a:t>• Interest, fees, or contract terms?</a:t>
            </a:r>
          </a:p>
          <a:p>
            <a:r>
              <a:t>• Customer SMS / email / push notifications?</a:t>
            </a:r>
          </a:p>
          <a:p>
            <a:r>
              <a:t>• Third-party data sharing?</a:t>
            </a:r>
          </a:p>
          <a:p>
            <a:r>
              <a:t>• Collections or legal process?</a:t>
            </a:r>
          </a:p>
          <a:p>
            <a:r>
              <a:t>• Audit trail required?</a:t>
            </a:r>
          </a:p>
          <a:p>
            <a:r>
              <a:t>• Customer data on POS or field devices?</a:t>
            </a:r>
          </a:p>
          <a:p/>
          <a:p>
            <a:r>
              <a:t>"Yes" routes to Risk, Legal, or IT-Security — plan extra time.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M — Acceptance Criteria (UAT)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Minimum 5 testable criteria using Given / When / Then:</a:t>
            </a:r>
          </a:p>
          <a:p/>
          <a:p>
            <a:r>
              <a:t>Given a pre-approved POS loan application</a:t>
            </a:r>
          </a:p>
          <a:p>
            <a:r>
              <a:t>When the agent opens the customer record during visit</a:t>
            </a:r>
          </a:p>
          <a:p>
            <a:r>
              <a:t>Then approved amount and status display within 3 seconds</a:t>
            </a:r>
          </a:p>
          <a:p/>
          <a:p>
            <a:r>
              <a:t>These become YOUR UAT tests. IT does not accept for you.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L &amp; K — Risks &amp; Rollout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Section L — What goes wrong if built incorrectly?</a:t>
            </a:r>
          </a:p>
          <a:p>
            <a:r>
              <a:t>  Operational, customer, financial, compliance risks</a:t>
            </a:r>
          </a:p>
          <a:p/>
          <a:p>
            <a:r>
              <a:t>Section K — Rollout:</a:t>
            </a:r>
          </a:p>
          <a:p>
            <a:r>
              <a:t>  Pilot vs phased vs big bang</a:t>
            </a:r>
          </a:p>
          <a:p>
            <a:r>
              <a:t>  Training needed? Vietnamese / English?</a:t>
            </a:r>
          </a:p>
          <a:p>
            <a:r>
              <a:t>  Business continuity fallback if system unavailable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O — Sponsor Approval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Before you submit:</a:t>
            </a:r>
          </a:p>
          <a:p>
            <a:r>
              <a:t>☐ Business Sponsor (Director+) has reviewed the full BRD</a:t>
            </a:r>
          </a:p>
          <a:p>
            <a:r>
              <a:t>☐ Sponsor signature or approval email attached</a:t>
            </a:r>
          </a:p>
          <a:p>
            <a:r>
              <a:t>☐ Sponsor cannot be the only approver for Critical changes</a:t>
            </a:r>
          </a:p>
          <a:p/>
          <a:p>
            <a:r>
              <a:t>Sponsor accountability = business owns the decision.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 10 Mistakes to Avoid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Writing a solution instead of a need</a:t>
            </a:r>
          </a:p>
          <a:p>
            <a:r>
              <a:t>2. No KPI baseline or target</a:t>
            </a:r>
          </a:p>
          <a:p>
            <a:r>
              <a:t>3. Missing business rules (IT would have to guess)</a:t>
            </a:r>
          </a:p>
          <a:p>
            <a:r>
              <a:t>4. No out-of-scope section</a:t>
            </a:r>
          </a:p>
          <a:p>
            <a:r>
              <a:t>5. Multiple unrelated projects in one BRD</a:t>
            </a:r>
          </a:p>
          <a:p>
            <a:r>
              <a:t>6. Fewer than 5 acceptance criteria</a:t>
            </a:r>
          </a:p>
          <a:p>
            <a:r>
              <a:t>7. No Sponsor sign-off</a:t>
            </a:r>
          </a:p>
          <a:p>
            <a:r>
              <a:t>8. Ignoring POS / field training impact</a:t>
            </a:r>
          </a:p>
          <a:p>
            <a:r>
              <a:t>9. Wrong or missing data classification</a:t>
            </a:r>
          </a:p>
          <a:p>
            <a:r>
              <a:t>10. Copy-paste from vendor marketing material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Self-Check Before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☐ Can IT build without guessing my business rules?</a:t>
            </a:r>
          </a:p>
          <a:p>
            <a:r>
              <a:t>☐ Can UAT verify success using my acceptance criteria?</a:t>
            </a:r>
          </a:p>
          <a:p>
            <a:r>
              <a:t>☐ Can Risk/Audit understand control impact?</a:t>
            </a:r>
          </a:p>
          <a:p>
            <a:r>
              <a:t>☐ Sponsor (Director+) signed?</a:t>
            </a:r>
          </a:p>
          <a:p>
            <a:r>
              <a:t>☐ In-scope AND out-of-scope written?</a:t>
            </a:r>
          </a:p>
          <a:p>
            <a:r>
              <a:t>☐ Compliance Section N complete?</a:t>
            </a:r>
          </a:p>
          <a:p>
            <a:r>
              <a:t>☐ Quality preview ≥ 80% (use BRD Intake App)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Quality Gate — What BA Checks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Pass requirements:</a:t>
            </a:r>
          </a:p>
          <a:p>
            <a:r>
              <a:t>• All mandatory sections complete</a:t>
            </a:r>
          </a:p>
          <a:p>
            <a:r>
              <a:t>• Quality score ≥ 80%</a:t>
            </a:r>
          </a:p>
          <a:p>
            <a:r>
              <a:t>• Sponsor sign-off on file</a:t>
            </a:r>
          </a:p>
          <a:p/>
          <a:p>
            <a:r>
              <a:t>Scoring tip: Business rules (Section H) weighted 20%.</a:t>
            </a:r>
          </a:p>
          <a:p>
            <a:r>
              <a:t>Score 0 on business rules → BRD usually fails.</a:t>
            </a:r>
          </a:p>
          <a:p/>
          <a:p>
            <a:r>
              <a:t>If returned: BA lists specific gaps — fix and resubmit within 10 days.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Compliance Quick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Loan approval / disbursement → Risk + Credit Policy</a:t>
            </a:r>
          </a:p>
          <a:p>
            <a:r>
              <a:t>Interest / fees / contract → Legal + Finance</a:t>
            </a:r>
          </a:p>
          <a:p>
            <a:r>
              <a:t>Customer SMS / email → Legal (approved template)</a:t>
            </a:r>
          </a:p>
          <a:p>
            <a:r>
              <a:t>Third-party data → Vendor Risk + Legal</a:t>
            </a:r>
          </a:p>
          <a:p>
            <a:r>
              <a:t>Collections / legal process → Compliance</a:t>
            </a:r>
          </a:p>
          <a:p>
            <a:r>
              <a:t>Data on POS / home device → IT-Security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Tools &amp;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BRD Intake App (wizard + score preview):</a:t>
            </a:r>
          </a:p>
          <a:p>
            <a:r>
              <a:t>  app/ — run local server, export Markdown</a:t>
            </a:r>
          </a:p>
          <a:p/>
          <a:p>
            <a:r>
              <a:t>Templates &amp; samples:</a:t>
            </a:r>
          </a:p>
          <a:p>
            <a:r>
              <a:t>  docs/01-brd-template-en.md</a:t>
            </a:r>
          </a:p>
          <a:p>
            <a:r>
              <a:t>  docs/02-brd-template-bilingual-vi-en.md</a:t>
            </a:r>
          </a:p>
          <a:p>
            <a:r>
              <a:t>  examples/04a-brd-pos-lending.md (gold standard)</a:t>
            </a:r>
          </a:p>
          <a:p/>
          <a:p>
            <a:r>
              <a:t>Submit via: ServiceNow / Jira BRD catalog (not email)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NOT to Put in Your BRD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✗ API names, Kafka, database, microservices</a:t>
            </a:r>
          </a:p>
          <a:p>
            <a:r>
              <a:t>✗ "ASAP" without business reason</a:t>
            </a:r>
          </a:p>
          <a:p>
            <a:r>
              <a:t>✗ Request to disable MFA or DLP</a:t>
            </a:r>
          </a:p>
          <a:p>
            <a:r>
              <a:t>✗ Personal device / Gmail / Dropbox for customer data</a:t>
            </a:r>
          </a:p>
          <a:p>
            <a:r>
              <a:t>✗ IT headcount or sprint planning</a:t>
            </a:r>
          </a:p>
          <a:p/>
          <a:p>
            <a:r>
              <a:t>If you need access or password reset → Service Desk, not BRD.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Open BRD template or Intake App</a:t>
            </a:r>
          </a:p>
          <a:p>
            <a:r>
              <a:t>2. Draft using this guide — start with problem, not system</a:t>
            </a:r>
          </a:p>
          <a:p>
            <a:r>
              <a:t>3. Self-check and aim for ≥ 80% quality score</a:t>
            </a:r>
          </a:p>
          <a:p>
            <a:r>
              <a:t>4. Get Sponsor sign-off</a:t>
            </a:r>
          </a:p>
          <a:p>
            <a:r>
              <a:t>5. Submit via ServiceNow / Jira BRD form</a:t>
            </a:r>
          </a:p>
          <a:p>
            <a:r>
              <a:t>6. Attend BA office hours if you need coaching</a:t>
            </a:r>
          </a:p>
          <a:p/>
          <a:p>
            <a:r>
              <a:t>Questions: BA team | Confluence: FECBRD space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